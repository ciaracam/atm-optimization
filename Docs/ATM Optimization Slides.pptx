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05"/>
    <p:restoredTop sz="94561"/>
  </p:normalViewPr>
  <p:slideViewPr>
    <p:cSldViewPr snapToGrid="0">
      <p:cViewPr varScale="1">
        <p:scale>
          <a:sx n="66" d="100"/>
          <a:sy n="66" d="100"/>
        </p:scale>
        <p:origin x="208" y="1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2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2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28978F-325E-4AB1-AA9B-48BDCA1EA06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840416-D0E6-4CD9-BDE6-35CFE3B14590}">
      <dgm:prSet/>
      <dgm:spPr/>
      <dgm:t>
        <a:bodyPr/>
        <a:lstStyle/>
        <a:p>
          <a:r>
            <a:rPr lang="en-US"/>
            <a:t>Why is ATM placement difficult?</a:t>
          </a:r>
        </a:p>
      </dgm:t>
    </dgm:pt>
    <dgm:pt modelId="{85A53193-0F1B-4700-A1F6-49DFE7BCEF3D}" type="parTrans" cxnId="{A30205A7-A372-4717-968A-113DE71FFDE5}">
      <dgm:prSet/>
      <dgm:spPr/>
      <dgm:t>
        <a:bodyPr/>
        <a:lstStyle/>
        <a:p>
          <a:endParaRPr lang="en-US"/>
        </a:p>
      </dgm:t>
    </dgm:pt>
    <dgm:pt modelId="{EFAE82E2-6DBF-43D9-9C70-95D184E53B57}" type="sibTrans" cxnId="{A30205A7-A372-4717-968A-113DE71FFDE5}">
      <dgm:prSet/>
      <dgm:spPr/>
      <dgm:t>
        <a:bodyPr/>
        <a:lstStyle/>
        <a:p>
          <a:endParaRPr lang="en-US"/>
        </a:p>
      </dgm:t>
    </dgm:pt>
    <dgm:pt modelId="{2EBC8809-97E5-43FB-BC4B-7B27340A6C41}">
      <dgm:prSet/>
      <dgm:spPr/>
      <dgm:t>
        <a:bodyPr/>
        <a:lstStyle/>
        <a:p>
          <a:r>
            <a:rPr lang="en-US" dirty="0"/>
            <a:t>Too few ATM locations = longer travel</a:t>
          </a:r>
        </a:p>
      </dgm:t>
    </dgm:pt>
    <dgm:pt modelId="{22CB4267-1E5F-4C3F-9B2E-C575F1BFE39E}" type="parTrans" cxnId="{E4447368-ED46-480C-8916-84148345526F}">
      <dgm:prSet/>
      <dgm:spPr/>
      <dgm:t>
        <a:bodyPr/>
        <a:lstStyle/>
        <a:p>
          <a:endParaRPr lang="en-US"/>
        </a:p>
      </dgm:t>
    </dgm:pt>
    <dgm:pt modelId="{124FA7D3-6823-4EE8-82BB-83194968A4BD}" type="sibTrans" cxnId="{E4447368-ED46-480C-8916-84148345526F}">
      <dgm:prSet/>
      <dgm:spPr/>
      <dgm:t>
        <a:bodyPr/>
        <a:lstStyle/>
        <a:p>
          <a:endParaRPr lang="en-US"/>
        </a:p>
      </dgm:t>
    </dgm:pt>
    <dgm:pt modelId="{435A0436-673D-4313-85BB-6FB42AB477C3}">
      <dgm:prSet/>
      <dgm:spPr/>
      <dgm:t>
        <a:bodyPr/>
        <a:lstStyle/>
        <a:p>
          <a:r>
            <a:rPr lang="en-US" dirty="0"/>
            <a:t>Too many ATM locations = unnecessary cost </a:t>
          </a:r>
        </a:p>
      </dgm:t>
    </dgm:pt>
    <dgm:pt modelId="{1832EC83-3CE3-4CBF-BB5B-62EACD814AB4}" type="parTrans" cxnId="{A8651ABF-177C-458C-B0DC-01C020F03FB0}">
      <dgm:prSet/>
      <dgm:spPr/>
      <dgm:t>
        <a:bodyPr/>
        <a:lstStyle/>
        <a:p>
          <a:endParaRPr lang="en-US"/>
        </a:p>
      </dgm:t>
    </dgm:pt>
    <dgm:pt modelId="{CE92CAE7-7C35-4F92-82CB-6BC7389AA114}" type="sibTrans" cxnId="{A8651ABF-177C-458C-B0DC-01C020F03FB0}">
      <dgm:prSet/>
      <dgm:spPr/>
      <dgm:t>
        <a:bodyPr/>
        <a:lstStyle/>
        <a:p>
          <a:endParaRPr lang="en-US"/>
        </a:p>
      </dgm:t>
    </dgm:pt>
    <dgm:pt modelId="{EA4B4DEA-2DF3-48BC-A923-3E5995D0F510}">
      <dgm:prSet/>
      <dgm:spPr/>
      <dgm:t>
        <a:bodyPr/>
        <a:lstStyle/>
        <a:p>
          <a:r>
            <a:rPr lang="en-US" dirty="0"/>
            <a:t>Demand varies across regions</a:t>
          </a:r>
        </a:p>
      </dgm:t>
    </dgm:pt>
    <dgm:pt modelId="{13BDBB9D-0AFD-40A0-AFB4-9BD7BFE0D249}" type="parTrans" cxnId="{B3B381C2-831A-4EFD-9441-3FDAAEEE89F9}">
      <dgm:prSet/>
      <dgm:spPr/>
      <dgm:t>
        <a:bodyPr/>
        <a:lstStyle/>
        <a:p>
          <a:endParaRPr lang="en-US"/>
        </a:p>
      </dgm:t>
    </dgm:pt>
    <dgm:pt modelId="{8CC75264-68FA-4B06-9353-77D181B36336}" type="sibTrans" cxnId="{B3B381C2-831A-4EFD-9441-3FDAAEEE89F9}">
      <dgm:prSet/>
      <dgm:spPr/>
      <dgm:t>
        <a:bodyPr/>
        <a:lstStyle/>
        <a:p>
          <a:endParaRPr lang="en-US"/>
        </a:p>
      </dgm:t>
    </dgm:pt>
    <dgm:pt modelId="{AFA77703-67DD-ED4D-AD25-1E9A0ED8250A}" type="pres">
      <dgm:prSet presAssocID="{8528978F-325E-4AB1-AA9B-48BDCA1EA06B}" presName="linear" presStyleCnt="0">
        <dgm:presLayoutVars>
          <dgm:dir/>
          <dgm:animLvl val="lvl"/>
          <dgm:resizeHandles val="exact"/>
        </dgm:presLayoutVars>
      </dgm:prSet>
      <dgm:spPr/>
    </dgm:pt>
    <dgm:pt modelId="{F965F7E2-DB1D-2D41-B8B1-15A31F8552CD}" type="pres">
      <dgm:prSet presAssocID="{5E840416-D0E6-4CD9-BDE6-35CFE3B14590}" presName="parentLin" presStyleCnt="0"/>
      <dgm:spPr/>
    </dgm:pt>
    <dgm:pt modelId="{C3AD6586-7ABF-C844-B925-8902C1532F5C}" type="pres">
      <dgm:prSet presAssocID="{5E840416-D0E6-4CD9-BDE6-35CFE3B14590}" presName="parentLeftMargin" presStyleLbl="node1" presStyleIdx="0" presStyleCnt="1"/>
      <dgm:spPr/>
    </dgm:pt>
    <dgm:pt modelId="{44CA81F2-AEA7-E346-B803-6CE7263DC000}" type="pres">
      <dgm:prSet presAssocID="{5E840416-D0E6-4CD9-BDE6-35CFE3B14590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AE76D0FD-6996-EC4B-B4B0-50815003B6D1}" type="pres">
      <dgm:prSet presAssocID="{5E840416-D0E6-4CD9-BDE6-35CFE3B14590}" presName="negativeSpace" presStyleCnt="0"/>
      <dgm:spPr/>
    </dgm:pt>
    <dgm:pt modelId="{C561E35D-2D2A-4546-A7E8-4E04F4ED231A}" type="pres">
      <dgm:prSet presAssocID="{5E840416-D0E6-4CD9-BDE6-35CFE3B14590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4447368-ED46-480C-8916-84148345526F}" srcId="{5E840416-D0E6-4CD9-BDE6-35CFE3B14590}" destId="{2EBC8809-97E5-43FB-BC4B-7B27340A6C41}" srcOrd="0" destOrd="0" parTransId="{22CB4267-1E5F-4C3F-9B2E-C575F1BFE39E}" sibTransId="{124FA7D3-6823-4EE8-82BB-83194968A4BD}"/>
    <dgm:cxn modelId="{2BB6D48E-3A85-8949-9988-8F8394E6BCCF}" type="presOf" srcId="{8528978F-325E-4AB1-AA9B-48BDCA1EA06B}" destId="{AFA77703-67DD-ED4D-AD25-1E9A0ED8250A}" srcOrd="0" destOrd="0" presId="urn:microsoft.com/office/officeart/2005/8/layout/list1"/>
    <dgm:cxn modelId="{B3146F9B-65C6-C640-B58F-14A3D69E3AB6}" type="presOf" srcId="{EA4B4DEA-2DF3-48BC-A923-3E5995D0F510}" destId="{C561E35D-2D2A-4546-A7E8-4E04F4ED231A}" srcOrd="0" destOrd="2" presId="urn:microsoft.com/office/officeart/2005/8/layout/list1"/>
    <dgm:cxn modelId="{A30205A7-A372-4717-968A-113DE71FFDE5}" srcId="{8528978F-325E-4AB1-AA9B-48BDCA1EA06B}" destId="{5E840416-D0E6-4CD9-BDE6-35CFE3B14590}" srcOrd="0" destOrd="0" parTransId="{85A53193-0F1B-4700-A1F6-49DFE7BCEF3D}" sibTransId="{EFAE82E2-6DBF-43D9-9C70-95D184E53B57}"/>
    <dgm:cxn modelId="{0D9025B6-95B9-564F-B8D0-D8663DF4D36C}" type="presOf" srcId="{5E840416-D0E6-4CD9-BDE6-35CFE3B14590}" destId="{C3AD6586-7ABF-C844-B925-8902C1532F5C}" srcOrd="0" destOrd="0" presId="urn:microsoft.com/office/officeart/2005/8/layout/list1"/>
    <dgm:cxn modelId="{A8651ABF-177C-458C-B0DC-01C020F03FB0}" srcId="{5E840416-D0E6-4CD9-BDE6-35CFE3B14590}" destId="{435A0436-673D-4313-85BB-6FB42AB477C3}" srcOrd="1" destOrd="0" parTransId="{1832EC83-3CE3-4CBF-BB5B-62EACD814AB4}" sibTransId="{CE92CAE7-7C35-4F92-82CB-6BC7389AA114}"/>
    <dgm:cxn modelId="{B3B381C2-831A-4EFD-9441-3FDAAEEE89F9}" srcId="{5E840416-D0E6-4CD9-BDE6-35CFE3B14590}" destId="{EA4B4DEA-2DF3-48BC-A923-3E5995D0F510}" srcOrd="2" destOrd="0" parTransId="{13BDBB9D-0AFD-40A0-AFB4-9BD7BFE0D249}" sibTransId="{8CC75264-68FA-4B06-9353-77D181B36336}"/>
    <dgm:cxn modelId="{3AE452C8-2F17-C644-B73F-1D8030805829}" type="presOf" srcId="{5E840416-D0E6-4CD9-BDE6-35CFE3B14590}" destId="{44CA81F2-AEA7-E346-B803-6CE7263DC000}" srcOrd="1" destOrd="0" presId="urn:microsoft.com/office/officeart/2005/8/layout/list1"/>
    <dgm:cxn modelId="{755CFCDE-04BD-3A4D-887F-15299280021C}" type="presOf" srcId="{2EBC8809-97E5-43FB-BC4B-7B27340A6C41}" destId="{C561E35D-2D2A-4546-A7E8-4E04F4ED231A}" srcOrd="0" destOrd="0" presId="urn:microsoft.com/office/officeart/2005/8/layout/list1"/>
    <dgm:cxn modelId="{C0CA6DEA-799A-2344-9A8C-F7D69317FEA6}" type="presOf" srcId="{435A0436-673D-4313-85BB-6FB42AB477C3}" destId="{C561E35D-2D2A-4546-A7E8-4E04F4ED231A}" srcOrd="0" destOrd="1" presId="urn:microsoft.com/office/officeart/2005/8/layout/list1"/>
    <dgm:cxn modelId="{69A9CD46-04F7-2D4B-9078-D5A1C68881E1}" type="presParOf" srcId="{AFA77703-67DD-ED4D-AD25-1E9A0ED8250A}" destId="{F965F7E2-DB1D-2D41-B8B1-15A31F8552CD}" srcOrd="0" destOrd="0" presId="urn:microsoft.com/office/officeart/2005/8/layout/list1"/>
    <dgm:cxn modelId="{96EB19DC-6F24-C947-8121-278CCF67F0D5}" type="presParOf" srcId="{F965F7E2-DB1D-2D41-B8B1-15A31F8552CD}" destId="{C3AD6586-7ABF-C844-B925-8902C1532F5C}" srcOrd="0" destOrd="0" presId="urn:microsoft.com/office/officeart/2005/8/layout/list1"/>
    <dgm:cxn modelId="{61A5C755-D009-9B42-87F2-7F8B3E101403}" type="presParOf" srcId="{F965F7E2-DB1D-2D41-B8B1-15A31F8552CD}" destId="{44CA81F2-AEA7-E346-B803-6CE7263DC000}" srcOrd="1" destOrd="0" presId="urn:microsoft.com/office/officeart/2005/8/layout/list1"/>
    <dgm:cxn modelId="{CDA9B2AC-ABF9-0D45-960E-A263B9E685D8}" type="presParOf" srcId="{AFA77703-67DD-ED4D-AD25-1E9A0ED8250A}" destId="{AE76D0FD-6996-EC4B-B4B0-50815003B6D1}" srcOrd="1" destOrd="0" presId="urn:microsoft.com/office/officeart/2005/8/layout/list1"/>
    <dgm:cxn modelId="{5693C9E7-6D2D-7B48-AE45-E6635A98B1AC}" type="presParOf" srcId="{AFA77703-67DD-ED4D-AD25-1E9A0ED8250A}" destId="{C561E35D-2D2A-4546-A7E8-4E04F4ED231A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047C52-27A2-40B2-A80B-A3C897268CC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477607-BA14-42C8-91A6-F775535FFD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Minimize travel distance </a:t>
          </a:r>
        </a:p>
      </dgm:t>
    </dgm:pt>
    <dgm:pt modelId="{5DC1D12D-20CE-4637-9D3F-B4E9D1CD8000}" type="parTrans" cxnId="{D0C0B01D-049E-4ABE-862B-4B7E1A5BEA1B}">
      <dgm:prSet/>
      <dgm:spPr/>
      <dgm:t>
        <a:bodyPr/>
        <a:lstStyle/>
        <a:p>
          <a:endParaRPr lang="en-US"/>
        </a:p>
      </dgm:t>
    </dgm:pt>
    <dgm:pt modelId="{AAADC26C-4FF7-4E32-BCEC-C86E3B2BA953}" type="sibTrans" cxnId="{D0C0B01D-049E-4ABE-862B-4B7E1A5BEA1B}">
      <dgm:prSet/>
      <dgm:spPr/>
      <dgm:t>
        <a:bodyPr/>
        <a:lstStyle/>
        <a:p>
          <a:endParaRPr lang="en-US"/>
        </a:p>
      </dgm:t>
    </dgm:pt>
    <dgm:pt modelId="{3B60AF47-19B1-4E70-BB77-D0F6B05D23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Account for demand differences</a:t>
          </a:r>
        </a:p>
      </dgm:t>
    </dgm:pt>
    <dgm:pt modelId="{C9F69CFE-1378-4CDE-ABD3-30AA616B7DA9}" type="parTrans" cxnId="{60B419C5-CEA5-4CA3-82D0-44F9FFE4660C}">
      <dgm:prSet/>
      <dgm:spPr/>
      <dgm:t>
        <a:bodyPr/>
        <a:lstStyle/>
        <a:p>
          <a:endParaRPr lang="en-US"/>
        </a:p>
      </dgm:t>
    </dgm:pt>
    <dgm:pt modelId="{ECD3B8B8-1B50-40FB-9CBD-5F6C761BED9E}" type="sibTrans" cxnId="{60B419C5-CEA5-4CA3-82D0-44F9FFE4660C}">
      <dgm:prSet/>
      <dgm:spPr/>
      <dgm:t>
        <a:bodyPr/>
        <a:lstStyle/>
        <a:p>
          <a:endParaRPr lang="en-US"/>
        </a:p>
      </dgm:t>
    </dgm:pt>
    <dgm:pt modelId="{912F1B47-85A4-4D0D-AA08-3056345BFB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Evaluate impact of changing demand patterns  </a:t>
          </a:r>
        </a:p>
      </dgm:t>
    </dgm:pt>
    <dgm:pt modelId="{0E6D009D-8E21-40AC-9127-8806E7614F92}" type="parTrans" cxnId="{E2F3EB94-A402-437F-BBE7-ED0EDABC1B59}">
      <dgm:prSet/>
      <dgm:spPr/>
      <dgm:t>
        <a:bodyPr/>
        <a:lstStyle/>
        <a:p>
          <a:endParaRPr lang="en-US"/>
        </a:p>
      </dgm:t>
    </dgm:pt>
    <dgm:pt modelId="{95A388A1-68A4-4F69-BA73-3A12D4A241F6}" type="sibTrans" cxnId="{E2F3EB94-A402-437F-BBE7-ED0EDABC1B59}">
      <dgm:prSet/>
      <dgm:spPr/>
      <dgm:t>
        <a:bodyPr/>
        <a:lstStyle/>
        <a:p>
          <a:endParaRPr lang="en-US"/>
        </a:p>
      </dgm:t>
    </dgm:pt>
    <dgm:pt modelId="{544EB8EC-C496-423F-9159-E14547F2C73F}" type="pres">
      <dgm:prSet presAssocID="{3B047C52-27A2-40B2-A80B-A3C897268CCD}" presName="root" presStyleCnt="0">
        <dgm:presLayoutVars>
          <dgm:dir/>
          <dgm:resizeHandles val="exact"/>
        </dgm:presLayoutVars>
      </dgm:prSet>
      <dgm:spPr/>
    </dgm:pt>
    <dgm:pt modelId="{77E0BEB4-F6F3-4DDE-9F75-7F5B940123E9}" type="pres">
      <dgm:prSet presAssocID="{51477607-BA14-42C8-91A6-F775535FFD90}" presName="compNode" presStyleCnt="0"/>
      <dgm:spPr/>
    </dgm:pt>
    <dgm:pt modelId="{3BB5C8BD-CEFF-4A50-8227-51D74BDCFF45}" type="pres">
      <dgm:prSet presAssocID="{51477607-BA14-42C8-91A6-F775535FFD9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8B974E46-BF55-427B-8F84-511531BE606A}" type="pres">
      <dgm:prSet presAssocID="{51477607-BA14-42C8-91A6-F775535FFD90}" presName="spaceRect" presStyleCnt="0"/>
      <dgm:spPr/>
    </dgm:pt>
    <dgm:pt modelId="{DBB6B97C-11A5-4604-9632-82ED9E69488F}" type="pres">
      <dgm:prSet presAssocID="{51477607-BA14-42C8-91A6-F775535FFD90}" presName="textRect" presStyleLbl="revTx" presStyleIdx="0" presStyleCnt="3">
        <dgm:presLayoutVars>
          <dgm:chMax val="1"/>
          <dgm:chPref val="1"/>
        </dgm:presLayoutVars>
      </dgm:prSet>
      <dgm:spPr/>
    </dgm:pt>
    <dgm:pt modelId="{72A839F5-E369-40AB-BB95-547DB2D22C1F}" type="pres">
      <dgm:prSet presAssocID="{AAADC26C-4FF7-4E32-BCEC-C86E3B2BA953}" presName="sibTrans" presStyleCnt="0"/>
      <dgm:spPr/>
    </dgm:pt>
    <dgm:pt modelId="{4925908D-92B4-47D1-9E9A-5208E1D38F0C}" type="pres">
      <dgm:prSet presAssocID="{3B60AF47-19B1-4E70-BB77-D0F6B05D2306}" presName="compNode" presStyleCnt="0"/>
      <dgm:spPr/>
    </dgm:pt>
    <dgm:pt modelId="{D2165411-5B6D-4930-BB5D-45581ACCA4CD}" type="pres">
      <dgm:prSet presAssocID="{3B60AF47-19B1-4E70-BB77-D0F6B05D230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DBEE8BF-103E-421A-B56A-1A3FE3515E3F}" type="pres">
      <dgm:prSet presAssocID="{3B60AF47-19B1-4E70-BB77-D0F6B05D2306}" presName="spaceRect" presStyleCnt="0"/>
      <dgm:spPr/>
    </dgm:pt>
    <dgm:pt modelId="{EA624B8E-42D2-4756-8010-22F2A46B6ADF}" type="pres">
      <dgm:prSet presAssocID="{3B60AF47-19B1-4E70-BB77-D0F6B05D2306}" presName="textRect" presStyleLbl="revTx" presStyleIdx="1" presStyleCnt="3">
        <dgm:presLayoutVars>
          <dgm:chMax val="1"/>
          <dgm:chPref val="1"/>
        </dgm:presLayoutVars>
      </dgm:prSet>
      <dgm:spPr/>
    </dgm:pt>
    <dgm:pt modelId="{8B4DD836-3845-4F69-8629-F3C0DC5D6BAB}" type="pres">
      <dgm:prSet presAssocID="{ECD3B8B8-1B50-40FB-9CBD-5F6C761BED9E}" presName="sibTrans" presStyleCnt="0"/>
      <dgm:spPr/>
    </dgm:pt>
    <dgm:pt modelId="{0DC07348-7EAA-437A-88E6-A1C5777E25C7}" type="pres">
      <dgm:prSet presAssocID="{912F1B47-85A4-4D0D-AA08-3056345BFBDF}" presName="compNode" presStyleCnt="0"/>
      <dgm:spPr/>
    </dgm:pt>
    <dgm:pt modelId="{3D28F994-C8A3-4922-9ADE-24A57E719AA5}" type="pres">
      <dgm:prSet presAssocID="{912F1B47-85A4-4D0D-AA08-3056345BFBD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92673185-1178-4008-84C4-485BB9D837BE}" type="pres">
      <dgm:prSet presAssocID="{912F1B47-85A4-4D0D-AA08-3056345BFBDF}" presName="spaceRect" presStyleCnt="0"/>
      <dgm:spPr/>
    </dgm:pt>
    <dgm:pt modelId="{B500CB4B-0E0F-4E80-9136-176728AF0077}" type="pres">
      <dgm:prSet presAssocID="{912F1B47-85A4-4D0D-AA08-3056345BFBD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0C0B01D-049E-4ABE-862B-4B7E1A5BEA1B}" srcId="{3B047C52-27A2-40B2-A80B-A3C897268CCD}" destId="{51477607-BA14-42C8-91A6-F775535FFD90}" srcOrd="0" destOrd="0" parTransId="{5DC1D12D-20CE-4637-9D3F-B4E9D1CD8000}" sibTransId="{AAADC26C-4FF7-4E32-BCEC-C86E3B2BA953}"/>
    <dgm:cxn modelId="{18BEA51E-B937-4AA5-A69F-47CC8ED85F7D}" type="presOf" srcId="{912F1B47-85A4-4D0D-AA08-3056345BFBDF}" destId="{B500CB4B-0E0F-4E80-9136-176728AF0077}" srcOrd="0" destOrd="0" presId="urn:microsoft.com/office/officeart/2018/2/layout/IconLabelList"/>
    <dgm:cxn modelId="{B125F04F-D690-49E9-B800-16031D74B58F}" type="presOf" srcId="{3B60AF47-19B1-4E70-BB77-D0F6B05D2306}" destId="{EA624B8E-42D2-4756-8010-22F2A46B6ADF}" srcOrd="0" destOrd="0" presId="urn:microsoft.com/office/officeart/2018/2/layout/IconLabelList"/>
    <dgm:cxn modelId="{065FE956-DAAD-4D27-B1A4-B9ACE16805A1}" type="presOf" srcId="{3B047C52-27A2-40B2-A80B-A3C897268CCD}" destId="{544EB8EC-C496-423F-9159-E14547F2C73F}" srcOrd="0" destOrd="0" presId="urn:microsoft.com/office/officeart/2018/2/layout/IconLabelList"/>
    <dgm:cxn modelId="{6555C45C-F565-4878-BA03-DDC45EFAB4A1}" type="presOf" srcId="{51477607-BA14-42C8-91A6-F775535FFD90}" destId="{DBB6B97C-11A5-4604-9632-82ED9E69488F}" srcOrd="0" destOrd="0" presId="urn:microsoft.com/office/officeart/2018/2/layout/IconLabelList"/>
    <dgm:cxn modelId="{E2F3EB94-A402-437F-BBE7-ED0EDABC1B59}" srcId="{3B047C52-27A2-40B2-A80B-A3C897268CCD}" destId="{912F1B47-85A4-4D0D-AA08-3056345BFBDF}" srcOrd="2" destOrd="0" parTransId="{0E6D009D-8E21-40AC-9127-8806E7614F92}" sibTransId="{95A388A1-68A4-4F69-BA73-3A12D4A241F6}"/>
    <dgm:cxn modelId="{60B419C5-CEA5-4CA3-82D0-44F9FFE4660C}" srcId="{3B047C52-27A2-40B2-A80B-A3C897268CCD}" destId="{3B60AF47-19B1-4E70-BB77-D0F6B05D2306}" srcOrd="1" destOrd="0" parTransId="{C9F69CFE-1378-4CDE-ABD3-30AA616B7DA9}" sibTransId="{ECD3B8B8-1B50-40FB-9CBD-5F6C761BED9E}"/>
    <dgm:cxn modelId="{60D56A92-5D8A-450B-B1A0-66E249D4E8F0}" type="presParOf" srcId="{544EB8EC-C496-423F-9159-E14547F2C73F}" destId="{77E0BEB4-F6F3-4DDE-9F75-7F5B940123E9}" srcOrd="0" destOrd="0" presId="urn:microsoft.com/office/officeart/2018/2/layout/IconLabelList"/>
    <dgm:cxn modelId="{73612CD1-5562-412C-A7CA-FF0849CADB0C}" type="presParOf" srcId="{77E0BEB4-F6F3-4DDE-9F75-7F5B940123E9}" destId="{3BB5C8BD-CEFF-4A50-8227-51D74BDCFF45}" srcOrd="0" destOrd="0" presId="urn:microsoft.com/office/officeart/2018/2/layout/IconLabelList"/>
    <dgm:cxn modelId="{B4C1A2B6-2989-40B6-862E-4243938535AE}" type="presParOf" srcId="{77E0BEB4-F6F3-4DDE-9F75-7F5B940123E9}" destId="{8B974E46-BF55-427B-8F84-511531BE606A}" srcOrd="1" destOrd="0" presId="urn:microsoft.com/office/officeart/2018/2/layout/IconLabelList"/>
    <dgm:cxn modelId="{9BB315F4-F393-4D1E-8F78-19D55790023A}" type="presParOf" srcId="{77E0BEB4-F6F3-4DDE-9F75-7F5B940123E9}" destId="{DBB6B97C-11A5-4604-9632-82ED9E69488F}" srcOrd="2" destOrd="0" presId="urn:microsoft.com/office/officeart/2018/2/layout/IconLabelList"/>
    <dgm:cxn modelId="{C8A1F36F-B2F0-4AF1-8144-8FE41D61FC80}" type="presParOf" srcId="{544EB8EC-C496-423F-9159-E14547F2C73F}" destId="{72A839F5-E369-40AB-BB95-547DB2D22C1F}" srcOrd="1" destOrd="0" presId="urn:microsoft.com/office/officeart/2018/2/layout/IconLabelList"/>
    <dgm:cxn modelId="{32672D3F-57BC-44A6-B516-C4D992D31519}" type="presParOf" srcId="{544EB8EC-C496-423F-9159-E14547F2C73F}" destId="{4925908D-92B4-47D1-9E9A-5208E1D38F0C}" srcOrd="2" destOrd="0" presId="urn:microsoft.com/office/officeart/2018/2/layout/IconLabelList"/>
    <dgm:cxn modelId="{F280957F-897A-4F91-A236-FE5F42BE17E4}" type="presParOf" srcId="{4925908D-92B4-47D1-9E9A-5208E1D38F0C}" destId="{D2165411-5B6D-4930-BB5D-45581ACCA4CD}" srcOrd="0" destOrd="0" presId="urn:microsoft.com/office/officeart/2018/2/layout/IconLabelList"/>
    <dgm:cxn modelId="{4553F800-6D9D-4203-A37F-1A4CD897CC00}" type="presParOf" srcId="{4925908D-92B4-47D1-9E9A-5208E1D38F0C}" destId="{7DBEE8BF-103E-421A-B56A-1A3FE3515E3F}" srcOrd="1" destOrd="0" presId="urn:microsoft.com/office/officeart/2018/2/layout/IconLabelList"/>
    <dgm:cxn modelId="{C5AE4587-743A-48EB-8430-9D1AF72F3298}" type="presParOf" srcId="{4925908D-92B4-47D1-9E9A-5208E1D38F0C}" destId="{EA624B8E-42D2-4756-8010-22F2A46B6ADF}" srcOrd="2" destOrd="0" presId="urn:microsoft.com/office/officeart/2018/2/layout/IconLabelList"/>
    <dgm:cxn modelId="{7C538768-8DD6-4DA4-9BFD-C19458ADCFE6}" type="presParOf" srcId="{544EB8EC-C496-423F-9159-E14547F2C73F}" destId="{8B4DD836-3845-4F69-8629-F3C0DC5D6BAB}" srcOrd="3" destOrd="0" presId="urn:microsoft.com/office/officeart/2018/2/layout/IconLabelList"/>
    <dgm:cxn modelId="{E6DC9835-8201-40B7-98B5-0BEEB3CC90E3}" type="presParOf" srcId="{544EB8EC-C496-423F-9159-E14547F2C73F}" destId="{0DC07348-7EAA-437A-88E6-A1C5777E25C7}" srcOrd="4" destOrd="0" presId="urn:microsoft.com/office/officeart/2018/2/layout/IconLabelList"/>
    <dgm:cxn modelId="{06915546-BD30-4D1D-88A3-C61F9D07285F}" type="presParOf" srcId="{0DC07348-7EAA-437A-88E6-A1C5777E25C7}" destId="{3D28F994-C8A3-4922-9ADE-24A57E719AA5}" srcOrd="0" destOrd="0" presId="urn:microsoft.com/office/officeart/2018/2/layout/IconLabelList"/>
    <dgm:cxn modelId="{C266BC5D-BFCA-4506-A128-5307476DCD09}" type="presParOf" srcId="{0DC07348-7EAA-437A-88E6-A1C5777E25C7}" destId="{92673185-1178-4008-84C4-485BB9D837BE}" srcOrd="1" destOrd="0" presId="urn:microsoft.com/office/officeart/2018/2/layout/IconLabelList"/>
    <dgm:cxn modelId="{D23AE7DE-36EB-426B-999F-679B77D0C2BA}" type="presParOf" srcId="{0DC07348-7EAA-437A-88E6-A1C5777E25C7}" destId="{B500CB4B-0E0F-4E80-9136-176728AF007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E07198-217A-4F5F-A60E-3C8E69B413F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F92CEE-396A-45F2-8917-9EBC11F613D3}">
      <dgm:prSet/>
      <dgm:spPr/>
      <dgm:t>
        <a:bodyPr/>
        <a:lstStyle/>
        <a:p>
          <a:r>
            <a:rPr lang="en-US" dirty="0"/>
            <a:t>Demand-weighted optimization</a:t>
          </a:r>
        </a:p>
      </dgm:t>
    </dgm:pt>
    <dgm:pt modelId="{C7027CFA-4F44-4C58-A475-90CCB18FCA90}" type="parTrans" cxnId="{C1B1259B-7085-486B-8423-CA4A35B62D55}">
      <dgm:prSet/>
      <dgm:spPr/>
      <dgm:t>
        <a:bodyPr/>
        <a:lstStyle/>
        <a:p>
          <a:endParaRPr lang="en-US"/>
        </a:p>
      </dgm:t>
    </dgm:pt>
    <dgm:pt modelId="{C082A55D-11C7-4CB4-B801-B41D1442DF9B}" type="sibTrans" cxnId="{C1B1259B-7085-486B-8423-CA4A35B62D55}">
      <dgm:prSet/>
      <dgm:spPr/>
      <dgm:t>
        <a:bodyPr/>
        <a:lstStyle/>
        <a:p>
          <a:endParaRPr lang="en-US"/>
        </a:p>
      </dgm:t>
    </dgm:pt>
    <dgm:pt modelId="{A49A837F-2CF3-4B0A-B04F-0AB0A5E2960C}">
      <dgm:prSet/>
      <dgm:spPr/>
      <dgm:t>
        <a:bodyPr/>
        <a:lstStyle/>
        <a:p>
          <a:r>
            <a:rPr lang="en-US" dirty="0"/>
            <a:t>Scenario-based analysis </a:t>
          </a:r>
        </a:p>
      </dgm:t>
    </dgm:pt>
    <dgm:pt modelId="{FB7685FB-E74B-4571-9DE5-8D660C0C6E64}" type="parTrans" cxnId="{045545D2-9146-4F4C-AFE0-AA893F2AD1A4}">
      <dgm:prSet/>
      <dgm:spPr/>
      <dgm:t>
        <a:bodyPr/>
        <a:lstStyle/>
        <a:p>
          <a:endParaRPr lang="en-US"/>
        </a:p>
      </dgm:t>
    </dgm:pt>
    <dgm:pt modelId="{CF8A5B32-0E36-4C8E-BD09-860ABA0BD066}" type="sibTrans" cxnId="{045545D2-9146-4F4C-AFE0-AA893F2AD1A4}">
      <dgm:prSet/>
      <dgm:spPr/>
      <dgm:t>
        <a:bodyPr/>
        <a:lstStyle/>
        <a:p>
          <a:endParaRPr lang="en-US"/>
        </a:p>
      </dgm:t>
    </dgm:pt>
    <dgm:pt modelId="{EA1475CA-9368-4AAD-875B-8E3BFFBAA82A}">
      <dgm:prSet/>
      <dgm:spPr/>
      <dgm:t>
        <a:bodyPr/>
        <a:lstStyle/>
        <a:p>
          <a:r>
            <a:rPr lang="en-US"/>
            <a:t>Stability and sensitivity analysis </a:t>
          </a:r>
        </a:p>
      </dgm:t>
    </dgm:pt>
    <dgm:pt modelId="{428FAF45-E5C4-4DD4-BF61-0B136C39761B}" type="parTrans" cxnId="{EE395D4B-713D-4FB2-8B98-F0F8AB7D74DE}">
      <dgm:prSet/>
      <dgm:spPr/>
      <dgm:t>
        <a:bodyPr/>
        <a:lstStyle/>
        <a:p>
          <a:endParaRPr lang="en-US"/>
        </a:p>
      </dgm:t>
    </dgm:pt>
    <dgm:pt modelId="{131956CE-9E64-4270-9E6F-9ABA7325F222}" type="sibTrans" cxnId="{EE395D4B-713D-4FB2-8B98-F0F8AB7D74DE}">
      <dgm:prSet/>
      <dgm:spPr/>
      <dgm:t>
        <a:bodyPr/>
        <a:lstStyle/>
        <a:p>
          <a:endParaRPr lang="en-US"/>
        </a:p>
      </dgm:t>
    </dgm:pt>
    <dgm:pt modelId="{73EF84DB-21AE-F04B-894E-A73B7395897D}" type="pres">
      <dgm:prSet presAssocID="{36E07198-217A-4F5F-A60E-3C8E69B413F0}" presName="linear" presStyleCnt="0">
        <dgm:presLayoutVars>
          <dgm:dir/>
          <dgm:animLvl val="lvl"/>
          <dgm:resizeHandles val="exact"/>
        </dgm:presLayoutVars>
      </dgm:prSet>
      <dgm:spPr/>
    </dgm:pt>
    <dgm:pt modelId="{A488BFCA-4972-2348-89E0-CCCE84607B6F}" type="pres">
      <dgm:prSet presAssocID="{0DF92CEE-396A-45F2-8917-9EBC11F613D3}" presName="parentLin" presStyleCnt="0"/>
      <dgm:spPr/>
    </dgm:pt>
    <dgm:pt modelId="{5DFB300D-BD34-4C4C-B1B3-F942B7A96291}" type="pres">
      <dgm:prSet presAssocID="{0DF92CEE-396A-45F2-8917-9EBC11F613D3}" presName="parentLeftMargin" presStyleLbl="node1" presStyleIdx="0" presStyleCnt="3"/>
      <dgm:spPr/>
    </dgm:pt>
    <dgm:pt modelId="{64C7EAD0-EBB6-F845-9FC2-1299CFAD0F72}" type="pres">
      <dgm:prSet presAssocID="{0DF92CEE-396A-45F2-8917-9EBC11F613D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2A020B9-D7A9-D949-88D1-AC8A197BF94E}" type="pres">
      <dgm:prSet presAssocID="{0DF92CEE-396A-45F2-8917-9EBC11F613D3}" presName="negativeSpace" presStyleCnt="0"/>
      <dgm:spPr/>
    </dgm:pt>
    <dgm:pt modelId="{7DBF5805-4F36-8C49-9BF2-E324F8FD0919}" type="pres">
      <dgm:prSet presAssocID="{0DF92CEE-396A-45F2-8917-9EBC11F613D3}" presName="childText" presStyleLbl="conFgAcc1" presStyleIdx="0" presStyleCnt="3">
        <dgm:presLayoutVars>
          <dgm:bulletEnabled val="1"/>
        </dgm:presLayoutVars>
      </dgm:prSet>
      <dgm:spPr/>
    </dgm:pt>
    <dgm:pt modelId="{55793DFB-924D-014B-8A89-7C13B4B40631}" type="pres">
      <dgm:prSet presAssocID="{C082A55D-11C7-4CB4-B801-B41D1442DF9B}" presName="spaceBetweenRectangles" presStyleCnt="0"/>
      <dgm:spPr/>
    </dgm:pt>
    <dgm:pt modelId="{207B0486-DECA-0542-B22E-391FB3348129}" type="pres">
      <dgm:prSet presAssocID="{A49A837F-2CF3-4B0A-B04F-0AB0A5E2960C}" presName="parentLin" presStyleCnt="0"/>
      <dgm:spPr/>
    </dgm:pt>
    <dgm:pt modelId="{A3EB6C52-DA66-8341-8D8F-F584F22A2F1E}" type="pres">
      <dgm:prSet presAssocID="{A49A837F-2CF3-4B0A-B04F-0AB0A5E2960C}" presName="parentLeftMargin" presStyleLbl="node1" presStyleIdx="0" presStyleCnt="3"/>
      <dgm:spPr/>
    </dgm:pt>
    <dgm:pt modelId="{4FCC757A-4553-7C43-BD57-8055ECAD9B7B}" type="pres">
      <dgm:prSet presAssocID="{A49A837F-2CF3-4B0A-B04F-0AB0A5E2960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FD9510F-C1DB-AA4E-B9D7-28E94354BEEA}" type="pres">
      <dgm:prSet presAssocID="{A49A837F-2CF3-4B0A-B04F-0AB0A5E2960C}" presName="negativeSpace" presStyleCnt="0"/>
      <dgm:spPr/>
    </dgm:pt>
    <dgm:pt modelId="{F28209CB-CFDC-1242-BCB0-943CA0212742}" type="pres">
      <dgm:prSet presAssocID="{A49A837F-2CF3-4B0A-B04F-0AB0A5E2960C}" presName="childText" presStyleLbl="conFgAcc1" presStyleIdx="1" presStyleCnt="3">
        <dgm:presLayoutVars>
          <dgm:bulletEnabled val="1"/>
        </dgm:presLayoutVars>
      </dgm:prSet>
      <dgm:spPr/>
    </dgm:pt>
    <dgm:pt modelId="{7B1EBC0A-4C79-9846-991B-81AC78DB11D0}" type="pres">
      <dgm:prSet presAssocID="{CF8A5B32-0E36-4C8E-BD09-860ABA0BD066}" presName="spaceBetweenRectangles" presStyleCnt="0"/>
      <dgm:spPr/>
    </dgm:pt>
    <dgm:pt modelId="{4DA2A235-901B-EE42-A3B6-D3249D1A5C6F}" type="pres">
      <dgm:prSet presAssocID="{EA1475CA-9368-4AAD-875B-8E3BFFBAA82A}" presName="parentLin" presStyleCnt="0"/>
      <dgm:spPr/>
    </dgm:pt>
    <dgm:pt modelId="{E22C5562-1F1E-664D-9EE8-53735662F703}" type="pres">
      <dgm:prSet presAssocID="{EA1475CA-9368-4AAD-875B-8E3BFFBAA82A}" presName="parentLeftMargin" presStyleLbl="node1" presStyleIdx="1" presStyleCnt="3"/>
      <dgm:spPr/>
    </dgm:pt>
    <dgm:pt modelId="{60D1A545-E20E-1B44-B08F-8E7E6B51AEAC}" type="pres">
      <dgm:prSet presAssocID="{EA1475CA-9368-4AAD-875B-8E3BFFBAA82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742415D-61D2-034D-9C89-59B710B32560}" type="pres">
      <dgm:prSet presAssocID="{EA1475CA-9368-4AAD-875B-8E3BFFBAA82A}" presName="negativeSpace" presStyleCnt="0"/>
      <dgm:spPr/>
    </dgm:pt>
    <dgm:pt modelId="{B96A5AC5-0D91-584A-9801-5F03E2DD2CBF}" type="pres">
      <dgm:prSet presAssocID="{EA1475CA-9368-4AAD-875B-8E3BFFBAA82A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E395D4B-713D-4FB2-8B98-F0F8AB7D74DE}" srcId="{36E07198-217A-4F5F-A60E-3C8E69B413F0}" destId="{EA1475CA-9368-4AAD-875B-8E3BFFBAA82A}" srcOrd="2" destOrd="0" parTransId="{428FAF45-E5C4-4DD4-BF61-0B136C39761B}" sibTransId="{131956CE-9E64-4270-9E6F-9ABA7325F222}"/>
    <dgm:cxn modelId="{8E75BD52-148C-EB43-BD18-D563A8BEBAE6}" type="presOf" srcId="{EA1475CA-9368-4AAD-875B-8E3BFFBAA82A}" destId="{E22C5562-1F1E-664D-9EE8-53735662F703}" srcOrd="0" destOrd="0" presId="urn:microsoft.com/office/officeart/2005/8/layout/list1"/>
    <dgm:cxn modelId="{9010785C-CC7A-8246-9C8D-D94CE0C46C3C}" type="presOf" srcId="{A49A837F-2CF3-4B0A-B04F-0AB0A5E2960C}" destId="{4FCC757A-4553-7C43-BD57-8055ECAD9B7B}" srcOrd="1" destOrd="0" presId="urn:microsoft.com/office/officeart/2005/8/layout/list1"/>
    <dgm:cxn modelId="{31E6016B-FB30-0E4F-A621-F3ECF376CAF2}" type="presOf" srcId="{A49A837F-2CF3-4B0A-B04F-0AB0A5E2960C}" destId="{A3EB6C52-DA66-8341-8D8F-F584F22A2F1E}" srcOrd="0" destOrd="0" presId="urn:microsoft.com/office/officeart/2005/8/layout/list1"/>
    <dgm:cxn modelId="{5C18748F-51F2-A54D-81CF-20DA4FDD7EC8}" type="presOf" srcId="{36E07198-217A-4F5F-A60E-3C8E69B413F0}" destId="{73EF84DB-21AE-F04B-894E-A73B7395897D}" srcOrd="0" destOrd="0" presId="urn:microsoft.com/office/officeart/2005/8/layout/list1"/>
    <dgm:cxn modelId="{C1B1259B-7085-486B-8423-CA4A35B62D55}" srcId="{36E07198-217A-4F5F-A60E-3C8E69B413F0}" destId="{0DF92CEE-396A-45F2-8917-9EBC11F613D3}" srcOrd="0" destOrd="0" parTransId="{C7027CFA-4F44-4C58-A475-90CCB18FCA90}" sibTransId="{C082A55D-11C7-4CB4-B801-B41D1442DF9B}"/>
    <dgm:cxn modelId="{81A23ABA-08AE-3843-BDA1-7879E3D9C072}" type="presOf" srcId="{EA1475CA-9368-4AAD-875B-8E3BFFBAA82A}" destId="{60D1A545-E20E-1B44-B08F-8E7E6B51AEAC}" srcOrd="1" destOrd="0" presId="urn:microsoft.com/office/officeart/2005/8/layout/list1"/>
    <dgm:cxn modelId="{E4F1B2C1-8A80-3B47-A415-DF1349F5EC7F}" type="presOf" srcId="{0DF92CEE-396A-45F2-8917-9EBC11F613D3}" destId="{64C7EAD0-EBB6-F845-9FC2-1299CFAD0F72}" srcOrd="1" destOrd="0" presId="urn:microsoft.com/office/officeart/2005/8/layout/list1"/>
    <dgm:cxn modelId="{956175CA-1430-B540-8356-E829B8FDC404}" type="presOf" srcId="{0DF92CEE-396A-45F2-8917-9EBC11F613D3}" destId="{5DFB300D-BD34-4C4C-B1B3-F942B7A96291}" srcOrd="0" destOrd="0" presId="urn:microsoft.com/office/officeart/2005/8/layout/list1"/>
    <dgm:cxn modelId="{045545D2-9146-4F4C-AFE0-AA893F2AD1A4}" srcId="{36E07198-217A-4F5F-A60E-3C8E69B413F0}" destId="{A49A837F-2CF3-4B0A-B04F-0AB0A5E2960C}" srcOrd="1" destOrd="0" parTransId="{FB7685FB-E74B-4571-9DE5-8D660C0C6E64}" sibTransId="{CF8A5B32-0E36-4C8E-BD09-860ABA0BD066}"/>
    <dgm:cxn modelId="{633A283A-F66F-1448-BC56-2A31DAA6BD00}" type="presParOf" srcId="{73EF84DB-21AE-F04B-894E-A73B7395897D}" destId="{A488BFCA-4972-2348-89E0-CCCE84607B6F}" srcOrd="0" destOrd="0" presId="urn:microsoft.com/office/officeart/2005/8/layout/list1"/>
    <dgm:cxn modelId="{4A27B66A-6CF2-C04C-9A99-D034FB9D2B6B}" type="presParOf" srcId="{A488BFCA-4972-2348-89E0-CCCE84607B6F}" destId="{5DFB300D-BD34-4C4C-B1B3-F942B7A96291}" srcOrd="0" destOrd="0" presId="urn:microsoft.com/office/officeart/2005/8/layout/list1"/>
    <dgm:cxn modelId="{CB694D14-CE67-A649-AB21-CDFD9F5778B5}" type="presParOf" srcId="{A488BFCA-4972-2348-89E0-CCCE84607B6F}" destId="{64C7EAD0-EBB6-F845-9FC2-1299CFAD0F72}" srcOrd="1" destOrd="0" presId="urn:microsoft.com/office/officeart/2005/8/layout/list1"/>
    <dgm:cxn modelId="{1ECFB7C5-1C0D-6348-BAE9-D0B6F783C7CB}" type="presParOf" srcId="{73EF84DB-21AE-F04B-894E-A73B7395897D}" destId="{32A020B9-D7A9-D949-88D1-AC8A197BF94E}" srcOrd="1" destOrd="0" presId="urn:microsoft.com/office/officeart/2005/8/layout/list1"/>
    <dgm:cxn modelId="{1E15E47A-FEDC-7F44-92C1-B244337BDD27}" type="presParOf" srcId="{73EF84DB-21AE-F04B-894E-A73B7395897D}" destId="{7DBF5805-4F36-8C49-9BF2-E324F8FD0919}" srcOrd="2" destOrd="0" presId="urn:microsoft.com/office/officeart/2005/8/layout/list1"/>
    <dgm:cxn modelId="{19096A06-31C2-1645-B92F-29E6DEF60438}" type="presParOf" srcId="{73EF84DB-21AE-F04B-894E-A73B7395897D}" destId="{55793DFB-924D-014B-8A89-7C13B4B40631}" srcOrd="3" destOrd="0" presId="urn:microsoft.com/office/officeart/2005/8/layout/list1"/>
    <dgm:cxn modelId="{CF3D3D44-D13C-AE44-A347-A31D1A775DDA}" type="presParOf" srcId="{73EF84DB-21AE-F04B-894E-A73B7395897D}" destId="{207B0486-DECA-0542-B22E-391FB3348129}" srcOrd="4" destOrd="0" presId="urn:microsoft.com/office/officeart/2005/8/layout/list1"/>
    <dgm:cxn modelId="{FD1E1D87-5D27-EC4C-9854-8BA8F73D014B}" type="presParOf" srcId="{207B0486-DECA-0542-B22E-391FB3348129}" destId="{A3EB6C52-DA66-8341-8D8F-F584F22A2F1E}" srcOrd="0" destOrd="0" presId="urn:microsoft.com/office/officeart/2005/8/layout/list1"/>
    <dgm:cxn modelId="{FE83098F-487F-3A4C-B166-4DB86BA531C4}" type="presParOf" srcId="{207B0486-DECA-0542-B22E-391FB3348129}" destId="{4FCC757A-4553-7C43-BD57-8055ECAD9B7B}" srcOrd="1" destOrd="0" presId="urn:microsoft.com/office/officeart/2005/8/layout/list1"/>
    <dgm:cxn modelId="{B986AE01-4B6A-904A-8359-EED34B4CA26A}" type="presParOf" srcId="{73EF84DB-21AE-F04B-894E-A73B7395897D}" destId="{9FD9510F-C1DB-AA4E-B9D7-28E94354BEEA}" srcOrd="5" destOrd="0" presId="urn:microsoft.com/office/officeart/2005/8/layout/list1"/>
    <dgm:cxn modelId="{271435C1-22DB-F341-9260-D96CDAB8C508}" type="presParOf" srcId="{73EF84DB-21AE-F04B-894E-A73B7395897D}" destId="{F28209CB-CFDC-1242-BCB0-943CA0212742}" srcOrd="6" destOrd="0" presId="urn:microsoft.com/office/officeart/2005/8/layout/list1"/>
    <dgm:cxn modelId="{E9A14DBD-D94B-054E-9A8C-BE394C602F51}" type="presParOf" srcId="{73EF84DB-21AE-F04B-894E-A73B7395897D}" destId="{7B1EBC0A-4C79-9846-991B-81AC78DB11D0}" srcOrd="7" destOrd="0" presId="urn:microsoft.com/office/officeart/2005/8/layout/list1"/>
    <dgm:cxn modelId="{0B3EC7D0-434B-7F4D-AE9C-BC52ED8365D9}" type="presParOf" srcId="{73EF84DB-21AE-F04B-894E-A73B7395897D}" destId="{4DA2A235-901B-EE42-A3B6-D3249D1A5C6F}" srcOrd="8" destOrd="0" presId="urn:microsoft.com/office/officeart/2005/8/layout/list1"/>
    <dgm:cxn modelId="{44B827A2-1D39-BF43-B400-06056D538AC2}" type="presParOf" srcId="{4DA2A235-901B-EE42-A3B6-D3249D1A5C6F}" destId="{E22C5562-1F1E-664D-9EE8-53735662F703}" srcOrd="0" destOrd="0" presId="urn:microsoft.com/office/officeart/2005/8/layout/list1"/>
    <dgm:cxn modelId="{097002A1-2C04-5B4F-AACD-E421F1D6D251}" type="presParOf" srcId="{4DA2A235-901B-EE42-A3B6-D3249D1A5C6F}" destId="{60D1A545-E20E-1B44-B08F-8E7E6B51AEAC}" srcOrd="1" destOrd="0" presId="urn:microsoft.com/office/officeart/2005/8/layout/list1"/>
    <dgm:cxn modelId="{DA84CBAB-2E5F-F34B-A286-616472E65E7E}" type="presParOf" srcId="{73EF84DB-21AE-F04B-894E-A73B7395897D}" destId="{6742415D-61D2-034D-9C89-59B710B32560}" srcOrd="9" destOrd="0" presId="urn:microsoft.com/office/officeart/2005/8/layout/list1"/>
    <dgm:cxn modelId="{E9DB822E-740F-C84E-B166-8DF78BD7CE09}" type="presParOf" srcId="{73EF84DB-21AE-F04B-894E-A73B7395897D}" destId="{B96A5AC5-0D91-584A-9801-5F03E2DD2CB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67C168-00D8-4533-A842-5B726C94C70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D507866E-ED53-445F-9135-E0A1DAC8F57C}">
      <dgm:prSet/>
      <dgm:spPr/>
      <dgm:t>
        <a:bodyPr/>
        <a:lstStyle/>
        <a:p>
          <a:r>
            <a:rPr lang="en-US"/>
            <a:t>5 regions (DC, Silver Spring, Bowie, Annapolis, Waldorf)</a:t>
          </a:r>
        </a:p>
      </dgm:t>
    </dgm:pt>
    <dgm:pt modelId="{17616741-D220-422B-B4D8-D05528FFA6F8}" type="parTrans" cxnId="{A91655FD-FA91-4AE1-98B1-CF312F61C879}">
      <dgm:prSet/>
      <dgm:spPr/>
      <dgm:t>
        <a:bodyPr/>
        <a:lstStyle/>
        <a:p>
          <a:endParaRPr lang="en-US"/>
        </a:p>
      </dgm:t>
    </dgm:pt>
    <dgm:pt modelId="{F4926350-D01F-4BB3-BEFC-185217E8F115}" type="sibTrans" cxnId="{A91655FD-FA91-4AE1-98B1-CF312F61C879}">
      <dgm:prSet/>
      <dgm:spPr/>
      <dgm:t>
        <a:bodyPr/>
        <a:lstStyle/>
        <a:p>
          <a:endParaRPr lang="en-US"/>
        </a:p>
      </dgm:t>
    </dgm:pt>
    <dgm:pt modelId="{85FA8815-A6EA-4547-A364-68B45ACB4EAA}">
      <dgm:prSet/>
      <dgm:spPr/>
      <dgm:t>
        <a:bodyPr/>
        <a:lstStyle/>
        <a:p>
          <a:r>
            <a:rPr lang="en-US" dirty="0"/>
            <a:t>~215 members (synthetic)</a:t>
          </a:r>
        </a:p>
      </dgm:t>
    </dgm:pt>
    <dgm:pt modelId="{34C52A1F-75E7-4331-AF71-F8D12CCC402F}" type="parTrans" cxnId="{BBB41BD9-69C8-44E2-850F-8ABF1E29F81A}">
      <dgm:prSet/>
      <dgm:spPr/>
      <dgm:t>
        <a:bodyPr/>
        <a:lstStyle/>
        <a:p>
          <a:endParaRPr lang="en-US"/>
        </a:p>
      </dgm:t>
    </dgm:pt>
    <dgm:pt modelId="{9AF2123F-CDB8-4858-B0CA-E4C392DEA255}" type="sibTrans" cxnId="{BBB41BD9-69C8-44E2-850F-8ABF1E29F81A}">
      <dgm:prSet/>
      <dgm:spPr/>
      <dgm:t>
        <a:bodyPr/>
        <a:lstStyle/>
        <a:p>
          <a:endParaRPr lang="en-US"/>
        </a:p>
      </dgm:t>
    </dgm:pt>
    <dgm:pt modelId="{41718B45-5A44-4C32-8557-3CB894B04A67}">
      <dgm:prSet/>
      <dgm:spPr/>
      <dgm:t>
        <a:bodyPr/>
        <a:lstStyle/>
        <a:p>
          <a:r>
            <a:rPr lang="en-US" dirty="0"/>
            <a:t>Fixed candidate ATM locations  </a:t>
          </a:r>
        </a:p>
      </dgm:t>
    </dgm:pt>
    <dgm:pt modelId="{365CD27B-C72D-40CD-BE1F-3498FE4A8C14}" type="parTrans" cxnId="{E43875B3-532F-438C-8569-39A370C25CDB}">
      <dgm:prSet/>
      <dgm:spPr/>
      <dgm:t>
        <a:bodyPr/>
        <a:lstStyle/>
        <a:p>
          <a:endParaRPr lang="en-US"/>
        </a:p>
      </dgm:t>
    </dgm:pt>
    <dgm:pt modelId="{BA607BA5-BDCA-4C5C-9991-493661357D18}" type="sibTrans" cxnId="{E43875B3-532F-438C-8569-39A370C25CDB}">
      <dgm:prSet/>
      <dgm:spPr/>
      <dgm:t>
        <a:bodyPr/>
        <a:lstStyle/>
        <a:p>
          <a:endParaRPr lang="en-US"/>
        </a:p>
      </dgm:t>
    </dgm:pt>
    <dgm:pt modelId="{869D58EF-5C26-B249-B198-A6AB4BDC5763}" type="pres">
      <dgm:prSet presAssocID="{4C67C168-00D8-4533-A842-5B726C94C709}" presName="vert0" presStyleCnt="0">
        <dgm:presLayoutVars>
          <dgm:dir/>
          <dgm:animOne val="branch"/>
          <dgm:animLvl val="lvl"/>
        </dgm:presLayoutVars>
      </dgm:prSet>
      <dgm:spPr/>
    </dgm:pt>
    <dgm:pt modelId="{8AF4158C-24DD-9946-9429-779D3A4678D0}" type="pres">
      <dgm:prSet presAssocID="{D507866E-ED53-445F-9135-E0A1DAC8F57C}" presName="thickLine" presStyleLbl="alignNode1" presStyleIdx="0" presStyleCnt="3"/>
      <dgm:spPr/>
    </dgm:pt>
    <dgm:pt modelId="{FEF5052E-7C3C-6E41-BFC3-4C3EF69B5856}" type="pres">
      <dgm:prSet presAssocID="{D507866E-ED53-445F-9135-E0A1DAC8F57C}" presName="horz1" presStyleCnt="0"/>
      <dgm:spPr/>
    </dgm:pt>
    <dgm:pt modelId="{E6183B43-E63E-5E48-B594-6D829A218E62}" type="pres">
      <dgm:prSet presAssocID="{D507866E-ED53-445F-9135-E0A1DAC8F57C}" presName="tx1" presStyleLbl="revTx" presStyleIdx="0" presStyleCnt="3"/>
      <dgm:spPr/>
    </dgm:pt>
    <dgm:pt modelId="{6D3F0414-F903-D149-99A2-E3CFA8952108}" type="pres">
      <dgm:prSet presAssocID="{D507866E-ED53-445F-9135-E0A1DAC8F57C}" presName="vert1" presStyleCnt="0"/>
      <dgm:spPr/>
    </dgm:pt>
    <dgm:pt modelId="{9A1F3A77-4178-074F-A178-509E9E61ADF4}" type="pres">
      <dgm:prSet presAssocID="{85FA8815-A6EA-4547-A364-68B45ACB4EAA}" presName="thickLine" presStyleLbl="alignNode1" presStyleIdx="1" presStyleCnt="3"/>
      <dgm:spPr/>
    </dgm:pt>
    <dgm:pt modelId="{5A016F41-D6E3-AB47-A11E-5BC1F2CCFD55}" type="pres">
      <dgm:prSet presAssocID="{85FA8815-A6EA-4547-A364-68B45ACB4EAA}" presName="horz1" presStyleCnt="0"/>
      <dgm:spPr/>
    </dgm:pt>
    <dgm:pt modelId="{D18216A7-3640-9445-BF74-2EC59B420990}" type="pres">
      <dgm:prSet presAssocID="{85FA8815-A6EA-4547-A364-68B45ACB4EAA}" presName="tx1" presStyleLbl="revTx" presStyleIdx="1" presStyleCnt="3"/>
      <dgm:spPr/>
    </dgm:pt>
    <dgm:pt modelId="{4C4F1A49-B06E-3A4C-9ABC-9D4B92035F17}" type="pres">
      <dgm:prSet presAssocID="{85FA8815-A6EA-4547-A364-68B45ACB4EAA}" presName="vert1" presStyleCnt="0"/>
      <dgm:spPr/>
    </dgm:pt>
    <dgm:pt modelId="{3483395C-3272-A242-BF7C-9BBF2B50C809}" type="pres">
      <dgm:prSet presAssocID="{41718B45-5A44-4C32-8557-3CB894B04A67}" presName="thickLine" presStyleLbl="alignNode1" presStyleIdx="2" presStyleCnt="3"/>
      <dgm:spPr/>
    </dgm:pt>
    <dgm:pt modelId="{5BEA5A71-A24C-2241-B0D9-3D4B57EED916}" type="pres">
      <dgm:prSet presAssocID="{41718B45-5A44-4C32-8557-3CB894B04A67}" presName="horz1" presStyleCnt="0"/>
      <dgm:spPr/>
    </dgm:pt>
    <dgm:pt modelId="{BE0A4A2E-EF99-CC43-8A41-4AD34432CDBD}" type="pres">
      <dgm:prSet presAssocID="{41718B45-5A44-4C32-8557-3CB894B04A67}" presName="tx1" presStyleLbl="revTx" presStyleIdx="2" presStyleCnt="3"/>
      <dgm:spPr/>
    </dgm:pt>
    <dgm:pt modelId="{9C216A06-7CE1-D74C-BC26-8D453C05B62E}" type="pres">
      <dgm:prSet presAssocID="{41718B45-5A44-4C32-8557-3CB894B04A67}" presName="vert1" presStyleCnt="0"/>
      <dgm:spPr/>
    </dgm:pt>
  </dgm:ptLst>
  <dgm:cxnLst>
    <dgm:cxn modelId="{CD839726-200A-D54E-928B-4381BE7E762E}" type="presOf" srcId="{85FA8815-A6EA-4547-A364-68B45ACB4EAA}" destId="{D18216A7-3640-9445-BF74-2EC59B420990}" srcOrd="0" destOrd="0" presId="urn:microsoft.com/office/officeart/2008/layout/LinedList"/>
    <dgm:cxn modelId="{EE720B8A-841A-A844-837D-34D297082FDB}" type="presOf" srcId="{D507866E-ED53-445F-9135-E0A1DAC8F57C}" destId="{E6183B43-E63E-5E48-B594-6D829A218E62}" srcOrd="0" destOrd="0" presId="urn:microsoft.com/office/officeart/2008/layout/LinedList"/>
    <dgm:cxn modelId="{0D1B0D92-14E0-9F4D-90F5-630BE4E136F2}" type="presOf" srcId="{4C67C168-00D8-4533-A842-5B726C94C709}" destId="{869D58EF-5C26-B249-B198-A6AB4BDC5763}" srcOrd="0" destOrd="0" presId="urn:microsoft.com/office/officeart/2008/layout/LinedList"/>
    <dgm:cxn modelId="{E43875B3-532F-438C-8569-39A370C25CDB}" srcId="{4C67C168-00D8-4533-A842-5B726C94C709}" destId="{41718B45-5A44-4C32-8557-3CB894B04A67}" srcOrd="2" destOrd="0" parTransId="{365CD27B-C72D-40CD-BE1F-3498FE4A8C14}" sibTransId="{BA607BA5-BDCA-4C5C-9991-493661357D18}"/>
    <dgm:cxn modelId="{BBB41BD9-69C8-44E2-850F-8ABF1E29F81A}" srcId="{4C67C168-00D8-4533-A842-5B726C94C709}" destId="{85FA8815-A6EA-4547-A364-68B45ACB4EAA}" srcOrd="1" destOrd="0" parTransId="{34C52A1F-75E7-4331-AF71-F8D12CCC402F}" sibTransId="{9AF2123F-CDB8-4858-B0CA-E4C392DEA255}"/>
    <dgm:cxn modelId="{6792ECF6-460A-0847-AF8D-D493D02A5A29}" type="presOf" srcId="{41718B45-5A44-4C32-8557-3CB894B04A67}" destId="{BE0A4A2E-EF99-CC43-8A41-4AD34432CDBD}" srcOrd="0" destOrd="0" presId="urn:microsoft.com/office/officeart/2008/layout/LinedList"/>
    <dgm:cxn modelId="{A91655FD-FA91-4AE1-98B1-CF312F61C879}" srcId="{4C67C168-00D8-4533-A842-5B726C94C709}" destId="{D507866E-ED53-445F-9135-E0A1DAC8F57C}" srcOrd="0" destOrd="0" parTransId="{17616741-D220-422B-B4D8-D05528FFA6F8}" sibTransId="{F4926350-D01F-4BB3-BEFC-185217E8F115}"/>
    <dgm:cxn modelId="{24A8BCA6-9B18-3145-8F59-D1EF6913283A}" type="presParOf" srcId="{869D58EF-5C26-B249-B198-A6AB4BDC5763}" destId="{8AF4158C-24DD-9946-9429-779D3A4678D0}" srcOrd="0" destOrd="0" presId="urn:microsoft.com/office/officeart/2008/layout/LinedList"/>
    <dgm:cxn modelId="{1EB2C0F1-41EA-8446-9662-DE129A949CE9}" type="presParOf" srcId="{869D58EF-5C26-B249-B198-A6AB4BDC5763}" destId="{FEF5052E-7C3C-6E41-BFC3-4C3EF69B5856}" srcOrd="1" destOrd="0" presId="urn:microsoft.com/office/officeart/2008/layout/LinedList"/>
    <dgm:cxn modelId="{5AB5B660-E3B1-5946-B664-A9A58A255187}" type="presParOf" srcId="{FEF5052E-7C3C-6E41-BFC3-4C3EF69B5856}" destId="{E6183B43-E63E-5E48-B594-6D829A218E62}" srcOrd="0" destOrd="0" presId="urn:microsoft.com/office/officeart/2008/layout/LinedList"/>
    <dgm:cxn modelId="{683106AB-71DD-0B40-9870-BD20858DE50E}" type="presParOf" srcId="{FEF5052E-7C3C-6E41-BFC3-4C3EF69B5856}" destId="{6D3F0414-F903-D149-99A2-E3CFA8952108}" srcOrd="1" destOrd="0" presId="urn:microsoft.com/office/officeart/2008/layout/LinedList"/>
    <dgm:cxn modelId="{975AA863-727F-094F-8A1E-882BDFB79393}" type="presParOf" srcId="{869D58EF-5C26-B249-B198-A6AB4BDC5763}" destId="{9A1F3A77-4178-074F-A178-509E9E61ADF4}" srcOrd="2" destOrd="0" presId="urn:microsoft.com/office/officeart/2008/layout/LinedList"/>
    <dgm:cxn modelId="{D9A31A66-3FE2-FD4C-8223-C0E39D933780}" type="presParOf" srcId="{869D58EF-5C26-B249-B198-A6AB4BDC5763}" destId="{5A016F41-D6E3-AB47-A11E-5BC1F2CCFD55}" srcOrd="3" destOrd="0" presId="urn:microsoft.com/office/officeart/2008/layout/LinedList"/>
    <dgm:cxn modelId="{160BF189-17E5-C84C-B20E-39DA279CD7EE}" type="presParOf" srcId="{5A016F41-D6E3-AB47-A11E-5BC1F2CCFD55}" destId="{D18216A7-3640-9445-BF74-2EC59B420990}" srcOrd="0" destOrd="0" presId="urn:microsoft.com/office/officeart/2008/layout/LinedList"/>
    <dgm:cxn modelId="{8F2EBC9A-61D5-2A4C-A54B-EDAB49241BB8}" type="presParOf" srcId="{5A016F41-D6E3-AB47-A11E-5BC1F2CCFD55}" destId="{4C4F1A49-B06E-3A4C-9ABC-9D4B92035F17}" srcOrd="1" destOrd="0" presId="urn:microsoft.com/office/officeart/2008/layout/LinedList"/>
    <dgm:cxn modelId="{74D43BE8-40AA-3944-A088-867BC72E050D}" type="presParOf" srcId="{869D58EF-5C26-B249-B198-A6AB4BDC5763}" destId="{3483395C-3272-A242-BF7C-9BBF2B50C809}" srcOrd="4" destOrd="0" presId="urn:microsoft.com/office/officeart/2008/layout/LinedList"/>
    <dgm:cxn modelId="{3D198F11-6A3B-BF48-8983-2882509DB157}" type="presParOf" srcId="{869D58EF-5C26-B249-B198-A6AB4BDC5763}" destId="{5BEA5A71-A24C-2241-B0D9-3D4B57EED916}" srcOrd="5" destOrd="0" presId="urn:microsoft.com/office/officeart/2008/layout/LinedList"/>
    <dgm:cxn modelId="{B5510227-8EE1-6544-B0E3-46C241F5503B}" type="presParOf" srcId="{5BEA5A71-A24C-2241-B0D9-3D4B57EED916}" destId="{BE0A4A2E-EF99-CC43-8A41-4AD34432CDBD}" srcOrd="0" destOrd="0" presId="urn:microsoft.com/office/officeart/2008/layout/LinedList"/>
    <dgm:cxn modelId="{00849E3E-98FB-EF46-9B12-A3F6D44EB9FA}" type="presParOf" srcId="{5BEA5A71-A24C-2241-B0D9-3D4B57EED916}" destId="{9C216A06-7CE1-D74C-BC26-8D453C05B62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9DE9F1E-60E6-4E67-BF57-AB2DE7571E4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FE4F9C-D37D-45F9-A302-375497493B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Baseline</a:t>
          </a:r>
        </a:p>
      </dgm:t>
    </dgm:pt>
    <dgm:pt modelId="{76E619C8-ADDE-4D0F-BBB0-B24BE3B6AD1D}" type="parTrans" cxnId="{41094BF8-4861-4D0F-B709-52A000EE9FEE}">
      <dgm:prSet/>
      <dgm:spPr/>
      <dgm:t>
        <a:bodyPr/>
        <a:lstStyle/>
        <a:p>
          <a:endParaRPr lang="en-US"/>
        </a:p>
      </dgm:t>
    </dgm:pt>
    <dgm:pt modelId="{B2926362-B52A-41AC-AD30-D8E616A65710}" type="sibTrans" cxnId="{41094BF8-4861-4D0F-B709-52A000EE9FEE}">
      <dgm:prSet/>
      <dgm:spPr/>
      <dgm:t>
        <a:bodyPr/>
        <a:lstStyle/>
        <a:p>
          <a:endParaRPr lang="en-US"/>
        </a:p>
      </dgm:t>
    </dgm:pt>
    <dgm:pt modelId="{D032CC19-C43F-423B-B3B5-EBDD84F84D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Urban Demand Increase</a:t>
          </a:r>
        </a:p>
      </dgm:t>
    </dgm:pt>
    <dgm:pt modelId="{FDA05C04-8851-40F2-98DE-873A1AC332DD}" type="parTrans" cxnId="{9683A6AB-D0C4-4B37-91DA-6FEF71431CAD}">
      <dgm:prSet/>
      <dgm:spPr/>
      <dgm:t>
        <a:bodyPr/>
        <a:lstStyle/>
        <a:p>
          <a:endParaRPr lang="en-US"/>
        </a:p>
      </dgm:t>
    </dgm:pt>
    <dgm:pt modelId="{B6FE0E3E-9C77-4492-BF38-67D393D10900}" type="sibTrans" cxnId="{9683A6AB-D0C4-4B37-91DA-6FEF71431CAD}">
      <dgm:prSet/>
      <dgm:spPr/>
      <dgm:t>
        <a:bodyPr/>
        <a:lstStyle/>
        <a:p>
          <a:endParaRPr lang="en-US"/>
        </a:p>
      </dgm:t>
    </dgm:pt>
    <dgm:pt modelId="{FEF7E37C-41BE-4512-A795-5865182944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Suburban Demand Increase </a:t>
          </a:r>
        </a:p>
      </dgm:t>
    </dgm:pt>
    <dgm:pt modelId="{4720E78F-88B6-45BA-A59B-73212080D234}" type="parTrans" cxnId="{E7011E90-D144-40B5-AB12-5A4F9492A66B}">
      <dgm:prSet/>
      <dgm:spPr/>
      <dgm:t>
        <a:bodyPr/>
        <a:lstStyle/>
        <a:p>
          <a:endParaRPr lang="en-US"/>
        </a:p>
      </dgm:t>
    </dgm:pt>
    <dgm:pt modelId="{B1CE6344-ACE4-4588-872C-C60EE8AD3853}" type="sibTrans" cxnId="{E7011E90-D144-40B5-AB12-5A4F9492A66B}">
      <dgm:prSet/>
      <dgm:spPr/>
      <dgm:t>
        <a:bodyPr/>
        <a:lstStyle/>
        <a:p>
          <a:endParaRPr lang="en-US"/>
        </a:p>
      </dgm:t>
    </dgm:pt>
    <dgm:pt modelId="{E9AB5947-91A8-4A8E-AE5A-A9215F5FAE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Demand Variability</a:t>
          </a:r>
        </a:p>
      </dgm:t>
    </dgm:pt>
    <dgm:pt modelId="{2E2890A5-16C7-48DC-AF7D-8F199AC9C909}" type="parTrans" cxnId="{AE7410BA-896E-4261-8737-2BAAAB3BD063}">
      <dgm:prSet/>
      <dgm:spPr/>
      <dgm:t>
        <a:bodyPr/>
        <a:lstStyle/>
        <a:p>
          <a:endParaRPr lang="en-US"/>
        </a:p>
      </dgm:t>
    </dgm:pt>
    <dgm:pt modelId="{D09935F3-45E0-48BC-8DD0-C57BA7F2DFC3}" type="sibTrans" cxnId="{AE7410BA-896E-4261-8737-2BAAAB3BD063}">
      <dgm:prSet/>
      <dgm:spPr/>
      <dgm:t>
        <a:bodyPr/>
        <a:lstStyle/>
        <a:p>
          <a:endParaRPr lang="en-US"/>
        </a:p>
      </dgm:t>
    </dgm:pt>
    <dgm:pt modelId="{58F14C97-8A3D-47A0-AA25-3573461BBC93}" type="pres">
      <dgm:prSet presAssocID="{C9DE9F1E-60E6-4E67-BF57-AB2DE7571E40}" presName="root" presStyleCnt="0">
        <dgm:presLayoutVars>
          <dgm:dir/>
          <dgm:resizeHandles val="exact"/>
        </dgm:presLayoutVars>
      </dgm:prSet>
      <dgm:spPr/>
    </dgm:pt>
    <dgm:pt modelId="{F9E5E5FA-D407-4000-97D1-25E9FAA59267}" type="pres">
      <dgm:prSet presAssocID="{D5FE4F9C-D37D-45F9-A302-375497493B57}" presName="compNode" presStyleCnt="0"/>
      <dgm:spPr/>
    </dgm:pt>
    <dgm:pt modelId="{CE3F899D-BFDD-47E3-9168-66982ABCB800}" type="pres">
      <dgm:prSet presAssocID="{D5FE4F9C-D37D-45F9-A302-375497493B57}" presName="bgRect" presStyleLbl="bgShp" presStyleIdx="0" presStyleCnt="4"/>
      <dgm:spPr/>
    </dgm:pt>
    <dgm:pt modelId="{AF9F5E97-F53C-4362-869D-4C813528497C}" type="pres">
      <dgm:prSet presAssocID="{D5FE4F9C-D37D-45F9-A302-375497493B5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438245F-B082-4769-92CF-3E16AE6343C6}" type="pres">
      <dgm:prSet presAssocID="{D5FE4F9C-D37D-45F9-A302-375497493B57}" presName="spaceRect" presStyleCnt="0"/>
      <dgm:spPr/>
    </dgm:pt>
    <dgm:pt modelId="{C5AD42A1-8D15-4101-A2DC-3910D457F7F1}" type="pres">
      <dgm:prSet presAssocID="{D5FE4F9C-D37D-45F9-A302-375497493B57}" presName="parTx" presStyleLbl="revTx" presStyleIdx="0" presStyleCnt="4">
        <dgm:presLayoutVars>
          <dgm:chMax val="0"/>
          <dgm:chPref val="0"/>
        </dgm:presLayoutVars>
      </dgm:prSet>
      <dgm:spPr/>
    </dgm:pt>
    <dgm:pt modelId="{DFFBD6DD-717D-4CBA-A7C1-0C1B54562DD4}" type="pres">
      <dgm:prSet presAssocID="{B2926362-B52A-41AC-AD30-D8E616A65710}" presName="sibTrans" presStyleCnt="0"/>
      <dgm:spPr/>
    </dgm:pt>
    <dgm:pt modelId="{9532D90A-7EA0-4873-B39C-AAC5B3ED8F89}" type="pres">
      <dgm:prSet presAssocID="{D032CC19-C43F-423B-B3B5-EBDD84F84D8F}" presName="compNode" presStyleCnt="0"/>
      <dgm:spPr/>
    </dgm:pt>
    <dgm:pt modelId="{D5E0C98F-DC1E-46F5-AAFC-D5D2CC431807}" type="pres">
      <dgm:prSet presAssocID="{D032CC19-C43F-423B-B3B5-EBDD84F84D8F}" presName="bgRect" presStyleLbl="bgShp" presStyleIdx="1" presStyleCnt="4"/>
      <dgm:spPr/>
    </dgm:pt>
    <dgm:pt modelId="{C2B74ADE-61D1-469C-B565-318961A3FD99}" type="pres">
      <dgm:prSet presAssocID="{D032CC19-C43F-423B-B3B5-EBDD84F84D8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4CCBA983-962A-4ABF-8043-8DEB75961210}" type="pres">
      <dgm:prSet presAssocID="{D032CC19-C43F-423B-B3B5-EBDD84F84D8F}" presName="spaceRect" presStyleCnt="0"/>
      <dgm:spPr/>
    </dgm:pt>
    <dgm:pt modelId="{40E928F6-B509-4154-84C6-3D6D53AC6BFB}" type="pres">
      <dgm:prSet presAssocID="{D032CC19-C43F-423B-B3B5-EBDD84F84D8F}" presName="parTx" presStyleLbl="revTx" presStyleIdx="1" presStyleCnt="4">
        <dgm:presLayoutVars>
          <dgm:chMax val="0"/>
          <dgm:chPref val="0"/>
        </dgm:presLayoutVars>
      </dgm:prSet>
      <dgm:spPr/>
    </dgm:pt>
    <dgm:pt modelId="{EAAF1AA5-4BED-4E58-8934-8AF254240D47}" type="pres">
      <dgm:prSet presAssocID="{B6FE0E3E-9C77-4492-BF38-67D393D10900}" presName="sibTrans" presStyleCnt="0"/>
      <dgm:spPr/>
    </dgm:pt>
    <dgm:pt modelId="{2522517B-6841-4C0E-A775-648F52D4A9AD}" type="pres">
      <dgm:prSet presAssocID="{FEF7E37C-41BE-4512-A795-586518294465}" presName="compNode" presStyleCnt="0"/>
      <dgm:spPr/>
    </dgm:pt>
    <dgm:pt modelId="{59F74AA0-D897-4736-9BE4-20A9CCA59ACD}" type="pres">
      <dgm:prSet presAssocID="{FEF7E37C-41BE-4512-A795-586518294465}" presName="bgRect" presStyleLbl="bgShp" presStyleIdx="2" presStyleCnt="4"/>
      <dgm:spPr/>
    </dgm:pt>
    <dgm:pt modelId="{DF1995AC-B04A-434F-ABD4-D6F43AEC8FFA}" type="pres">
      <dgm:prSet presAssocID="{FEF7E37C-41BE-4512-A795-58651829446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urban scene"/>
        </a:ext>
      </dgm:extLst>
    </dgm:pt>
    <dgm:pt modelId="{5CED2F7B-D3DE-4626-B6A3-3D5F1ED9AE4C}" type="pres">
      <dgm:prSet presAssocID="{FEF7E37C-41BE-4512-A795-586518294465}" presName="spaceRect" presStyleCnt="0"/>
      <dgm:spPr/>
    </dgm:pt>
    <dgm:pt modelId="{7BA1FD1B-BEAC-45EE-B125-5069B1D11620}" type="pres">
      <dgm:prSet presAssocID="{FEF7E37C-41BE-4512-A795-586518294465}" presName="parTx" presStyleLbl="revTx" presStyleIdx="2" presStyleCnt="4">
        <dgm:presLayoutVars>
          <dgm:chMax val="0"/>
          <dgm:chPref val="0"/>
        </dgm:presLayoutVars>
      </dgm:prSet>
      <dgm:spPr/>
    </dgm:pt>
    <dgm:pt modelId="{62191849-2A52-4D79-8A05-03D27A888967}" type="pres">
      <dgm:prSet presAssocID="{B1CE6344-ACE4-4588-872C-C60EE8AD3853}" presName="sibTrans" presStyleCnt="0"/>
      <dgm:spPr/>
    </dgm:pt>
    <dgm:pt modelId="{289CAB28-9A14-4B87-843E-D89E9558D78C}" type="pres">
      <dgm:prSet presAssocID="{E9AB5947-91A8-4A8E-AE5A-A9215F5FAEF4}" presName="compNode" presStyleCnt="0"/>
      <dgm:spPr/>
    </dgm:pt>
    <dgm:pt modelId="{33BC87BF-096C-4A66-A0E6-57E126F27640}" type="pres">
      <dgm:prSet presAssocID="{E9AB5947-91A8-4A8E-AE5A-A9215F5FAEF4}" presName="bgRect" presStyleLbl="bgShp" presStyleIdx="3" presStyleCnt="4"/>
      <dgm:spPr/>
    </dgm:pt>
    <dgm:pt modelId="{7B865E95-F161-4500-8E6F-D57EFB4C1612}" type="pres">
      <dgm:prSet presAssocID="{E9AB5947-91A8-4A8E-AE5A-A9215F5FAEF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ndy"/>
        </a:ext>
      </dgm:extLst>
    </dgm:pt>
    <dgm:pt modelId="{776DE623-0E74-4521-8016-E06D3B2E7323}" type="pres">
      <dgm:prSet presAssocID="{E9AB5947-91A8-4A8E-AE5A-A9215F5FAEF4}" presName="spaceRect" presStyleCnt="0"/>
      <dgm:spPr/>
    </dgm:pt>
    <dgm:pt modelId="{CC4095C7-8CA4-40CC-A1C1-878300C4B9DB}" type="pres">
      <dgm:prSet presAssocID="{E9AB5947-91A8-4A8E-AE5A-A9215F5FAEF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77C6A00-BB92-424D-B517-7266A33FA1C5}" type="presOf" srcId="{E9AB5947-91A8-4A8E-AE5A-A9215F5FAEF4}" destId="{CC4095C7-8CA4-40CC-A1C1-878300C4B9DB}" srcOrd="0" destOrd="0" presId="urn:microsoft.com/office/officeart/2018/2/layout/IconVerticalSolidList"/>
    <dgm:cxn modelId="{74678068-BE3D-4052-AB17-65061EBD0B0A}" type="presOf" srcId="{D5FE4F9C-D37D-45F9-A302-375497493B57}" destId="{C5AD42A1-8D15-4101-A2DC-3910D457F7F1}" srcOrd="0" destOrd="0" presId="urn:microsoft.com/office/officeart/2018/2/layout/IconVerticalSolidList"/>
    <dgm:cxn modelId="{4BEAE76B-569A-4BCF-8447-27E893CBB9C1}" type="presOf" srcId="{FEF7E37C-41BE-4512-A795-586518294465}" destId="{7BA1FD1B-BEAC-45EE-B125-5069B1D11620}" srcOrd="0" destOrd="0" presId="urn:microsoft.com/office/officeart/2018/2/layout/IconVerticalSolidList"/>
    <dgm:cxn modelId="{E7011E90-D144-40B5-AB12-5A4F9492A66B}" srcId="{C9DE9F1E-60E6-4E67-BF57-AB2DE7571E40}" destId="{FEF7E37C-41BE-4512-A795-586518294465}" srcOrd="2" destOrd="0" parTransId="{4720E78F-88B6-45BA-A59B-73212080D234}" sibTransId="{B1CE6344-ACE4-4588-872C-C60EE8AD3853}"/>
    <dgm:cxn modelId="{9683A6AB-D0C4-4B37-91DA-6FEF71431CAD}" srcId="{C9DE9F1E-60E6-4E67-BF57-AB2DE7571E40}" destId="{D032CC19-C43F-423B-B3B5-EBDD84F84D8F}" srcOrd="1" destOrd="0" parTransId="{FDA05C04-8851-40F2-98DE-873A1AC332DD}" sibTransId="{B6FE0E3E-9C77-4492-BF38-67D393D10900}"/>
    <dgm:cxn modelId="{AE7410BA-896E-4261-8737-2BAAAB3BD063}" srcId="{C9DE9F1E-60E6-4E67-BF57-AB2DE7571E40}" destId="{E9AB5947-91A8-4A8E-AE5A-A9215F5FAEF4}" srcOrd="3" destOrd="0" parTransId="{2E2890A5-16C7-48DC-AF7D-8F199AC9C909}" sibTransId="{D09935F3-45E0-48BC-8DD0-C57BA7F2DFC3}"/>
    <dgm:cxn modelId="{38751CD0-22ED-4A46-8DB8-8CB45ADE4D09}" type="presOf" srcId="{C9DE9F1E-60E6-4E67-BF57-AB2DE7571E40}" destId="{58F14C97-8A3D-47A0-AA25-3573461BBC93}" srcOrd="0" destOrd="0" presId="urn:microsoft.com/office/officeart/2018/2/layout/IconVerticalSolidList"/>
    <dgm:cxn modelId="{4C4F46D8-EC4B-470B-B178-5B5EFCCC8054}" type="presOf" srcId="{D032CC19-C43F-423B-B3B5-EBDD84F84D8F}" destId="{40E928F6-B509-4154-84C6-3D6D53AC6BFB}" srcOrd="0" destOrd="0" presId="urn:microsoft.com/office/officeart/2018/2/layout/IconVerticalSolidList"/>
    <dgm:cxn modelId="{41094BF8-4861-4D0F-B709-52A000EE9FEE}" srcId="{C9DE9F1E-60E6-4E67-BF57-AB2DE7571E40}" destId="{D5FE4F9C-D37D-45F9-A302-375497493B57}" srcOrd="0" destOrd="0" parTransId="{76E619C8-ADDE-4D0F-BBB0-B24BE3B6AD1D}" sibTransId="{B2926362-B52A-41AC-AD30-D8E616A65710}"/>
    <dgm:cxn modelId="{83E80B13-122C-42E8-A3FC-9E2BE0DB4D34}" type="presParOf" srcId="{58F14C97-8A3D-47A0-AA25-3573461BBC93}" destId="{F9E5E5FA-D407-4000-97D1-25E9FAA59267}" srcOrd="0" destOrd="0" presId="urn:microsoft.com/office/officeart/2018/2/layout/IconVerticalSolidList"/>
    <dgm:cxn modelId="{D3CCFB7E-09D2-44E9-905D-5D700B61F52A}" type="presParOf" srcId="{F9E5E5FA-D407-4000-97D1-25E9FAA59267}" destId="{CE3F899D-BFDD-47E3-9168-66982ABCB800}" srcOrd="0" destOrd="0" presId="urn:microsoft.com/office/officeart/2018/2/layout/IconVerticalSolidList"/>
    <dgm:cxn modelId="{F57AC1D4-BD93-4D49-8AF6-DC0FF000DB30}" type="presParOf" srcId="{F9E5E5FA-D407-4000-97D1-25E9FAA59267}" destId="{AF9F5E97-F53C-4362-869D-4C813528497C}" srcOrd="1" destOrd="0" presId="urn:microsoft.com/office/officeart/2018/2/layout/IconVerticalSolidList"/>
    <dgm:cxn modelId="{6F8C60AE-9A2F-4A24-AFB3-45480D5DDF38}" type="presParOf" srcId="{F9E5E5FA-D407-4000-97D1-25E9FAA59267}" destId="{D438245F-B082-4769-92CF-3E16AE6343C6}" srcOrd="2" destOrd="0" presId="urn:microsoft.com/office/officeart/2018/2/layout/IconVerticalSolidList"/>
    <dgm:cxn modelId="{79F71E2C-3610-4112-9F66-AFAE724099FD}" type="presParOf" srcId="{F9E5E5FA-D407-4000-97D1-25E9FAA59267}" destId="{C5AD42A1-8D15-4101-A2DC-3910D457F7F1}" srcOrd="3" destOrd="0" presId="urn:microsoft.com/office/officeart/2018/2/layout/IconVerticalSolidList"/>
    <dgm:cxn modelId="{B35420BC-D7A3-402F-BF09-C17D350039AD}" type="presParOf" srcId="{58F14C97-8A3D-47A0-AA25-3573461BBC93}" destId="{DFFBD6DD-717D-4CBA-A7C1-0C1B54562DD4}" srcOrd="1" destOrd="0" presId="urn:microsoft.com/office/officeart/2018/2/layout/IconVerticalSolidList"/>
    <dgm:cxn modelId="{EACFB87E-750E-48E7-A7A3-136F6BFDE4AD}" type="presParOf" srcId="{58F14C97-8A3D-47A0-AA25-3573461BBC93}" destId="{9532D90A-7EA0-4873-B39C-AAC5B3ED8F89}" srcOrd="2" destOrd="0" presId="urn:microsoft.com/office/officeart/2018/2/layout/IconVerticalSolidList"/>
    <dgm:cxn modelId="{ED4B6720-C618-441E-B00F-3CB9E35105F2}" type="presParOf" srcId="{9532D90A-7EA0-4873-B39C-AAC5B3ED8F89}" destId="{D5E0C98F-DC1E-46F5-AAFC-D5D2CC431807}" srcOrd="0" destOrd="0" presId="urn:microsoft.com/office/officeart/2018/2/layout/IconVerticalSolidList"/>
    <dgm:cxn modelId="{2ABB0AD5-AFCB-40E1-B809-B4342797F621}" type="presParOf" srcId="{9532D90A-7EA0-4873-B39C-AAC5B3ED8F89}" destId="{C2B74ADE-61D1-469C-B565-318961A3FD99}" srcOrd="1" destOrd="0" presId="urn:microsoft.com/office/officeart/2018/2/layout/IconVerticalSolidList"/>
    <dgm:cxn modelId="{CEE1990B-090D-4FB4-B1D5-D0224DF49D99}" type="presParOf" srcId="{9532D90A-7EA0-4873-B39C-AAC5B3ED8F89}" destId="{4CCBA983-962A-4ABF-8043-8DEB75961210}" srcOrd="2" destOrd="0" presId="urn:microsoft.com/office/officeart/2018/2/layout/IconVerticalSolidList"/>
    <dgm:cxn modelId="{9498F530-DA81-47B6-AA3D-7F7AA73A0CA5}" type="presParOf" srcId="{9532D90A-7EA0-4873-B39C-AAC5B3ED8F89}" destId="{40E928F6-B509-4154-84C6-3D6D53AC6BFB}" srcOrd="3" destOrd="0" presId="urn:microsoft.com/office/officeart/2018/2/layout/IconVerticalSolidList"/>
    <dgm:cxn modelId="{53A67664-BE04-44B6-B826-AE35914EB53F}" type="presParOf" srcId="{58F14C97-8A3D-47A0-AA25-3573461BBC93}" destId="{EAAF1AA5-4BED-4E58-8934-8AF254240D47}" srcOrd="3" destOrd="0" presId="urn:microsoft.com/office/officeart/2018/2/layout/IconVerticalSolidList"/>
    <dgm:cxn modelId="{991A5810-ED4D-4DAE-90CC-F34D972836D4}" type="presParOf" srcId="{58F14C97-8A3D-47A0-AA25-3573461BBC93}" destId="{2522517B-6841-4C0E-A775-648F52D4A9AD}" srcOrd="4" destOrd="0" presId="urn:microsoft.com/office/officeart/2018/2/layout/IconVerticalSolidList"/>
    <dgm:cxn modelId="{41A21A12-2E06-4790-B2F8-BDFB8621B24D}" type="presParOf" srcId="{2522517B-6841-4C0E-A775-648F52D4A9AD}" destId="{59F74AA0-D897-4736-9BE4-20A9CCA59ACD}" srcOrd="0" destOrd="0" presId="urn:microsoft.com/office/officeart/2018/2/layout/IconVerticalSolidList"/>
    <dgm:cxn modelId="{EDFBC7A4-F3F6-40AB-8AE3-6BD3AB8A253C}" type="presParOf" srcId="{2522517B-6841-4C0E-A775-648F52D4A9AD}" destId="{DF1995AC-B04A-434F-ABD4-D6F43AEC8FFA}" srcOrd="1" destOrd="0" presId="urn:microsoft.com/office/officeart/2018/2/layout/IconVerticalSolidList"/>
    <dgm:cxn modelId="{7EBA1F70-D98A-4A44-A0E1-0AEB632F01A8}" type="presParOf" srcId="{2522517B-6841-4C0E-A775-648F52D4A9AD}" destId="{5CED2F7B-D3DE-4626-B6A3-3D5F1ED9AE4C}" srcOrd="2" destOrd="0" presId="urn:microsoft.com/office/officeart/2018/2/layout/IconVerticalSolidList"/>
    <dgm:cxn modelId="{310CE2EE-C805-4DB9-8130-33776CC30D20}" type="presParOf" srcId="{2522517B-6841-4C0E-A775-648F52D4A9AD}" destId="{7BA1FD1B-BEAC-45EE-B125-5069B1D11620}" srcOrd="3" destOrd="0" presId="urn:microsoft.com/office/officeart/2018/2/layout/IconVerticalSolidList"/>
    <dgm:cxn modelId="{F1835F05-ED9D-463C-B065-DA351E01AE67}" type="presParOf" srcId="{58F14C97-8A3D-47A0-AA25-3573461BBC93}" destId="{62191849-2A52-4D79-8A05-03D27A888967}" srcOrd="5" destOrd="0" presId="urn:microsoft.com/office/officeart/2018/2/layout/IconVerticalSolidList"/>
    <dgm:cxn modelId="{47EFA9B2-AD88-4C3F-B51D-2E8E1C779D98}" type="presParOf" srcId="{58F14C97-8A3D-47A0-AA25-3573461BBC93}" destId="{289CAB28-9A14-4B87-843E-D89E9558D78C}" srcOrd="6" destOrd="0" presId="urn:microsoft.com/office/officeart/2018/2/layout/IconVerticalSolidList"/>
    <dgm:cxn modelId="{995735B4-0F5B-464E-AA7D-A633058E6639}" type="presParOf" srcId="{289CAB28-9A14-4B87-843E-D89E9558D78C}" destId="{33BC87BF-096C-4A66-A0E6-57E126F27640}" srcOrd="0" destOrd="0" presId="urn:microsoft.com/office/officeart/2018/2/layout/IconVerticalSolidList"/>
    <dgm:cxn modelId="{D08C35F3-6135-4520-9864-88DE76BD8FCB}" type="presParOf" srcId="{289CAB28-9A14-4B87-843E-D89E9558D78C}" destId="{7B865E95-F161-4500-8E6F-D57EFB4C1612}" srcOrd="1" destOrd="0" presId="urn:microsoft.com/office/officeart/2018/2/layout/IconVerticalSolidList"/>
    <dgm:cxn modelId="{19DB052B-502B-4731-A2A2-8758A121B48C}" type="presParOf" srcId="{289CAB28-9A14-4B87-843E-D89E9558D78C}" destId="{776DE623-0E74-4521-8016-E06D3B2E7323}" srcOrd="2" destOrd="0" presId="urn:microsoft.com/office/officeart/2018/2/layout/IconVerticalSolidList"/>
    <dgm:cxn modelId="{0DD2B198-2107-4882-BA92-01974C9EA82A}" type="presParOf" srcId="{289CAB28-9A14-4B87-843E-D89E9558D78C}" destId="{CC4095C7-8CA4-40CC-A1C1-878300C4B9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CAFF3A-36C6-4B9D-8DCF-8C281A1562E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19BECDD-22DA-48B0-8E7D-96B8859D09E8}">
      <dgm:prSet/>
      <dgm:spPr/>
      <dgm:t>
        <a:bodyPr/>
        <a:lstStyle/>
        <a:p>
          <a:r>
            <a:rPr lang="en-US" dirty="0"/>
            <a:t>Placement is stable</a:t>
          </a:r>
        </a:p>
      </dgm:t>
    </dgm:pt>
    <dgm:pt modelId="{D95B0B05-045C-4384-8F5F-1EE544F80D2A}" type="parTrans" cxnId="{2C5F7CEC-3D46-4A06-B56E-FB34EF2A4D0A}">
      <dgm:prSet/>
      <dgm:spPr/>
      <dgm:t>
        <a:bodyPr/>
        <a:lstStyle/>
        <a:p>
          <a:endParaRPr lang="en-US"/>
        </a:p>
      </dgm:t>
    </dgm:pt>
    <dgm:pt modelId="{54288276-8B3B-40DE-8BDC-D118793236CC}" type="sibTrans" cxnId="{2C5F7CEC-3D46-4A06-B56E-FB34EF2A4D0A}">
      <dgm:prSet/>
      <dgm:spPr/>
      <dgm:t>
        <a:bodyPr/>
        <a:lstStyle/>
        <a:p>
          <a:endParaRPr lang="en-US"/>
        </a:p>
      </dgm:t>
    </dgm:pt>
    <dgm:pt modelId="{E827141A-1077-4728-A12E-DA00A1EC7FEA}">
      <dgm:prSet/>
      <dgm:spPr/>
      <dgm:t>
        <a:bodyPr/>
        <a:lstStyle/>
        <a:p>
          <a:r>
            <a:rPr lang="en-US" dirty="0"/>
            <a:t>Travel distance is not stable </a:t>
          </a:r>
        </a:p>
      </dgm:t>
    </dgm:pt>
    <dgm:pt modelId="{9DC348FE-533B-4541-9AB2-D719A2EB4CF0}" type="parTrans" cxnId="{788BB3EE-DC93-4F10-9DDD-CCCD30E164C7}">
      <dgm:prSet/>
      <dgm:spPr/>
      <dgm:t>
        <a:bodyPr/>
        <a:lstStyle/>
        <a:p>
          <a:endParaRPr lang="en-US"/>
        </a:p>
      </dgm:t>
    </dgm:pt>
    <dgm:pt modelId="{BE80BB0B-CBC3-468B-B3C5-79ACE548C712}" type="sibTrans" cxnId="{788BB3EE-DC93-4F10-9DDD-CCCD30E164C7}">
      <dgm:prSet/>
      <dgm:spPr/>
      <dgm:t>
        <a:bodyPr/>
        <a:lstStyle/>
        <a:p>
          <a:endParaRPr lang="en-US"/>
        </a:p>
      </dgm:t>
    </dgm:pt>
    <dgm:pt modelId="{25D73B05-2AA2-4CDB-B076-BE8A86702FE8}">
      <dgm:prSet/>
      <dgm:spPr/>
      <dgm:t>
        <a:bodyPr/>
        <a:lstStyle/>
        <a:p>
          <a:r>
            <a:rPr lang="en-US"/>
            <a:t>Demand distribution matters </a:t>
          </a:r>
        </a:p>
      </dgm:t>
    </dgm:pt>
    <dgm:pt modelId="{6B2176F2-93B8-4DA4-93EE-9308599598F9}" type="parTrans" cxnId="{9AA94892-A1FB-43D6-9AF4-6EF9C64B9A2B}">
      <dgm:prSet/>
      <dgm:spPr/>
      <dgm:t>
        <a:bodyPr/>
        <a:lstStyle/>
        <a:p>
          <a:endParaRPr lang="en-US"/>
        </a:p>
      </dgm:t>
    </dgm:pt>
    <dgm:pt modelId="{4AAE2A73-539D-4648-A8B5-07D7A10F6865}" type="sibTrans" cxnId="{9AA94892-A1FB-43D6-9AF4-6EF9C64B9A2B}">
      <dgm:prSet/>
      <dgm:spPr/>
      <dgm:t>
        <a:bodyPr/>
        <a:lstStyle/>
        <a:p>
          <a:endParaRPr lang="en-US"/>
        </a:p>
      </dgm:t>
    </dgm:pt>
    <dgm:pt modelId="{B08B3A81-1E7C-4744-9B9B-2841295BB679}" type="pres">
      <dgm:prSet presAssocID="{08CAFF3A-36C6-4B9D-8DCF-8C281A1562EE}" presName="vert0" presStyleCnt="0">
        <dgm:presLayoutVars>
          <dgm:dir/>
          <dgm:animOne val="branch"/>
          <dgm:animLvl val="lvl"/>
        </dgm:presLayoutVars>
      </dgm:prSet>
      <dgm:spPr/>
    </dgm:pt>
    <dgm:pt modelId="{1318A4DE-9E2D-4049-A800-C98369FA34B9}" type="pres">
      <dgm:prSet presAssocID="{319BECDD-22DA-48B0-8E7D-96B8859D09E8}" presName="thickLine" presStyleLbl="alignNode1" presStyleIdx="0" presStyleCnt="3"/>
      <dgm:spPr/>
    </dgm:pt>
    <dgm:pt modelId="{A5909B2A-75B9-6B4F-B4B4-294812CDDA8D}" type="pres">
      <dgm:prSet presAssocID="{319BECDD-22DA-48B0-8E7D-96B8859D09E8}" presName="horz1" presStyleCnt="0"/>
      <dgm:spPr/>
    </dgm:pt>
    <dgm:pt modelId="{3F9EDEAA-0612-1241-AE19-AC20C72E1DC1}" type="pres">
      <dgm:prSet presAssocID="{319BECDD-22DA-48B0-8E7D-96B8859D09E8}" presName="tx1" presStyleLbl="revTx" presStyleIdx="0" presStyleCnt="3"/>
      <dgm:spPr/>
    </dgm:pt>
    <dgm:pt modelId="{B2ADE0AD-F791-944E-92A8-3E8684D0A6FC}" type="pres">
      <dgm:prSet presAssocID="{319BECDD-22DA-48B0-8E7D-96B8859D09E8}" presName="vert1" presStyleCnt="0"/>
      <dgm:spPr/>
    </dgm:pt>
    <dgm:pt modelId="{D9F2624F-B816-F74C-B8DF-8E47DEC668BC}" type="pres">
      <dgm:prSet presAssocID="{E827141A-1077-4728-A12E-DA00A1EC7FEA}" presName="thickLine" presStyleLbl="alignNode1" presStyleIdx="1" presStyleCnt="3"/>
      <dgm:spPr/>
    </dgm:pt>
    <dgm:pt modelId="{5D7B900E-0F03-764F-B354-498D1CB4B472}" type="pres">
      <dgm:prSet presAssocID="{E827141A-1077-4728-A12E-DA00A1EC7FEA}" presName="horz1" presStyleCnt="0"/>
      <dgm:spPr/>
    </dgm:pt>
    <dgm:pt modelId="{295ABBF5-B63E-8642-8EE3-54DF6564290A}" type="pres">
      <dgm:prSet presAssocID="{E827141A-1077-4728-A12E-DA00A1EC7FEA}" presName="tx1" presStyleLbl="revTx" presStyleIdx="1" presStyleCnt="3"/>
      <dgm:spPr/>
    </dgm:pt>
    <dgm:pt modelId="{C845778E-10A1-8341-BEB5-C5D2FC7DAF07}" type="pres">
      <dgm:prSet presAssocID="{E827141A-1077-4728-A12E-DA00A1EC7FEA}" presName="vert1" presStyleCnt="0"/>
      <dgm:spPr/>
    </dgm:pt>
    <dgm:pt modelId="{5EC44B67-FD85-1E46-89A0-A748BB332E6E}" type="pres">
      <dgm:prSet presAssocID="{25D73B05-2AA2-4CDB-B076-BE8A86702FE8}" presName="thickLine" presStyleLbl="alignNode1" presStyleIdx="2" presStyleCnt="3"/>
      <dgm:spPr/>
    </dgm:pt>
    <dgm:pt modelId="{0DFFD9AE-3E70-2349-8111-FBA2FDAF661C}" type="pres">
      <dgm:prSet presAssocID="{25D73B05-2AA2-4CDB-B076-BE8A86702FE8}" presName="horz1" presStyleCnt="0"/>
      <dgm:spPr/>
    </dgm:pt>
    <dgm:pt modelId="{5A3B33C1-B619-5046-ACDA-D5FE899BF710}" type="pres">
      <dgm:prSet presAssocID="{25D73B05-2AA2-4CDB-B076-BE8A86702FE8}" presName="tx1" presStyleLbl="revTx" presStyleIdx="2" presStyleCnt="3"/>
      <dgm:spPr/>
    </dgm:pt>
    <dgm:pt modelId="{A28FAB67-7AF1-4544-829D-B2E3567EF730}" type="pres">
      <dgm:prSet presAssocID="{25D73B05-2AA2-4CDB-B076-BE8A86702FE8}" presName="vert1" presStyleCnt="0"/>
      <dgm:spPr/>
    </dgm:pt>
  </dgm:ptLst>
  <dgm:cxnLst>
    <dgm:cxn modelId="{8BF1D702-641E-9846-A75E-454DC007AF31}" type="presOf" srcId="{25D73B05-2AA2-4CDB-B076-BE8A86702FE8}" destId="{5A3B33C1-B619-5046-ACDA-D5FE899BF710}" srcOrd="0" destOrd="0" presId="urn:microsoft.com/office/officeart/2008/layout/LinedList"/>
    <dgm:cxn modelId="{D0492422-CDEB-BE43-A400-695DDDEA97EF}" type="presOf" srcId="{319BECDD-22DA-48B0-8E7D-96B8859D09E8}" destId="{3F9EDEAA-0612-1241-AE19-AC20C72E1DC1}" srcOrd="0" destOrd="0" presId="urn:microsoft.com/office/officeart/2008/layout/LinedList"/>
    <dgm:cxn modelId="{0B10E347-2A50-4942-B862-F99BA764E1BE}" type="presOf" srcId="{E827141A-1077-4728-A12E-DA00A1EC7FEA}" destId="{295ABBF5-B63E-8642-8EE3-54DF6564290A}" srcOrd="0" destOrd="0" presId="urn:microsoft.com/office/officeart/2008/layout/LinedList"/>
    <dgm:cxn modelId="{9AA94892-A1FB-43D6-9AF4-6EF9C64B9A2B}" srcId="{08CAFF3A-36C6-4B9D-8DCF-8C281A1562EE}" destId="{25D73B05-2AA2-4CDB-B076-BE8A86702FE8}" srcOrd="2" destOrd="0" parTransId="{6B2176F2-93B8-4DA4-93EE-9308599598F9}" sibTransId="{4AAE2A73-539D-4648-A8B5-07D7A10F6865}"/>
    <dgm:cxn modelId="{04A5CEA2-6133-0F44-95F5-6C259E064013}" type="presOf" srcId="{08CAFF3A-36C6-4B9D-8DCF-8C281A1562EE}" destId="{B08B3A81-1E7C-4744-9B9B-2841295BB679}" srcOrd="0" destOrd="0" presId="urn:microsoft.com/office/officeart/2008/layout/LinedList"/>
    <dgm:cxn modelId="{2C5F7CEC-3D46-4A06-B56E-FB34EF2A4D0A}" srcId="{08CAFF3A-36C6-4B9D-8DCF-8C281A1562EE}" destId="{319BECDD-22DA-48B0-8E7D-96B8859D09E8}" srcOrd="0" destOrd="0" parTransId="{D95B0B05-045C-4384-8F5F-1EE544F80D2A}" sibTransId="{54288276-8B3B-40DE-8BDC-D118793236CC}"/>
    <dgm:cxn modelId="{788BB3EE-DC93-4F10-9DDD-CCCD30E164C7}" srcId="{08CAFF3A-36C6-4B9D-8DCF-8C281A1562EE}" destId="{E827141A-1077-4728-A12E-DA00A1EC7FEA}" srcOrd="1" destOrd="0" parTransId="{9DC348FE-533B-4541-9AB2-D719A2EB4CF0}" sibTransId="{BE80BB0B-CBC3-468B-B3C5-79ACE548C712}"/>
    <dgm:cxn modelId="{22D74849-AEBB-D14C-9E6B-3C6E678838F0}" type="presParOf" srcId="{B08B3A81-1E7C-4744-9B9B-2841295BB679}" destId="{1318A4DE-9E2D-4049-A800-C98369FA34B9}" srcOrd="0" destOrd="0" presId="urn:microsoft.com/office/officeart/2008/layout/LinedList"/>
    <dgm:cxn modelId="{FDF09482-FCAB-EE41-9335-521FECA2A67B}" type="presParOf" srcId="{B08B3A81-1E7C-4744-9B9B-2841295BB679}" destId="{A5909B2A-75B9-6B4F-B4B4-294812CDDA8D}" srcOrd="1" destOrd="0" presId="urn:microsoft.com/office/officeart/2008/layout/LinedList"/>
    <dgm:cxn modelId="{8287D66A-E200-ED46-A858-AE78EFE51D21}" type="presParOf" srcId="{A5909B2A-75B9-6B4F-B4B4-294812CDDA8D}" destId="{3F9EDEAA-0612-1241-AE19-AC20C72E1DC1}" srcOrd="0" destOrd="0" presId="urn:microsoft.com/office/officeart/2008/layout/LinedList"/>
    <dgm:cxn modelId="{4306E890-0327-D646-813E-1F81D39C63BF}" type="presParOf" srcId="{A5909B2A-75B9-6B4F-B4B4-294812CDDA8D}" destId="{B2ADE0AD-F791-944E-92A8-3E8684D0A6FC}" srcOrd="1" destOrd="0" presId="urn:microsoft.com/office/officeart/2008/layout/LinedList"/>
    <dgm:cxn modelId="{0090171B-5737-EB45-89FF-B5DC63834142}" type="presParOf" srcId="{B08B3A81-1E7C-4744-9B9B-2841295BB679}" destId="{D9F2624F-B816-F74C-B8DF-8E47DEC668BC}" srcOrd="2" destOrd="0" presId="urn:microsoft.com/office/officeart/2008/layout/LinedList"/>
    <dgm:cxn modelId="{07600DD6-00DE-F644-B422-9634690F169E}" type="presParOf" srcId="{B08B3A81-1E7C-4744-9B9B-2841295BB679}" destId="{5D7B900E-0F03-764F-B354-498D1CB4B472}" srcOrd="3" destOrd="0" presId="urn:microsoft.com/office/officeart/2008/layout/LinedList"/>
    <dgm:cxn modelId="{B122B2FE-D613-6444-8CA8-EBF70FC12193}" type="presParOf" srcId="{5D7B900E-0F03-764F-B354-498D1CB4B472}" destId="{295ABBF5-B63E-8642-8EE3-54DF6564290A}" srcOrd="0" destOrd="0" presId="urn:microsoft.com/office/officeart/2008/layout/LinedList"/>
    <dgm:cxn modelId="{52C8E99F-95CC-3444-BEB3-6C42B3DB6CBC}" type="presParOf" srcId="{5D7B900E-0F03-764F-B354-498D1CB4B472}" destId="{C845778E-10A1-8341-BEB5-C5D2FC7DAF07}" srcOrd="1" destOrd="0" presId="urn:microsoft.com/office/officeart/2008/layout/LinedList"/>
    <dgm:cxn modelId="{FBA6A70F-ABF1-494B-B130-B0B7EEC11143}" type="presParOf" srcId="{B08B3A81-1E7C-4744-9B9B-2841295BB679}" destId="{5EC44B67-FD85-1E46-89A0-A748BB332E6E}" srcOrd="4" destOrd="0" presId="urn:microsoft.com/office/officeart/2008/layout/LinedList"/>
    <dgm:cxn modelId="{41E0C884-8C3D-B544-871A-19D6F1223F0C}" type="presParOf" srcId="{B08B3A81-1E7C-4744-9B9B-2841295BB679}" destId="{0DFFD9AE-3E70-2349-8111-FBA2FDAF661C}" srcOrd="5" destOrd="0" presId="urn:microsoft.com/office/officeart/2008/layout/LinedList"/>
    <dgm:cxn modelId="{D8C603E7-3C9C-3345-A965-1639E85D878E}" type="presParOf" srcId="{0DFFD9AE-3E70-2349-8111-FBA2FDAF661C}" destId="{5A3B33C1-B619-5046-ACDA-D5FE899BF710}" srcOrd="0" destOrd="0" presId="urn:microsoft.com/office/officeart/2008/layout/LinedList"/>
    <dgm:cxn modelId="{935BE52C-71FD-0A4A-A781-D6ADE980217D}" type="presParOf" srcId="{0DFFD9AE-3E70-2349-8111-FBA2FDAF661C}" destId="{A28FAB67-7AF1-4544-829D-B2E3567EF73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61E35D-2D2A-4546-A7E8-4E04F4ED231A}">
      <dsp:nvSpPr>
        <dsp:cNvPr id="0" name=""/>
        <dsp:cNvSpPr/>
      </dsp:nvSpPr>
      <dsp:spPr>
        <a:xfrm>
          <a:off x="0" y="700694"/>
          <a:ext cx="10515600" cy="3411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791464" rIns="816127" bIns="270256" numCol="1" spcCol="1270" anchor="t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 dirty="0"/>
            <a:t>Too few ATM locations = longer travel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 dirty="0"/>
            <a:t>Too many ATM locations = unnecessary cost </a:t>
          </a:r>
        </a:p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800" kern="1200" dirty="0"/>
            <a:t>Demand varies across regions</a:t>
          </a:r>
        </a:p>
      </dsp:txBody>
      <dsp:txXfrm>
        <a:off x="0" y="700694"/>
        <a:ext cx="10515600" cy="3411450"/>
      </dsp:txXfrm>
    </dsp:sp>
    <dsp:sp modelId="{44CA81F2-AEA7-E346-B803-6CE7263DC000}">
      <dsp:nvSpPr>
        <dsp:cNvPr id="0" name=""/>
        <dsp:cNvSpPr/>
      </dsp:nvSpPr>
      <dsp:spPr>
        <a:xfrm>
          <a:off x="525780" y="139814"/>
          <a:ext cx="7360920" cy="1121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Why is ATM placement difficult?</a:t>
          </a:r>
        </a:p>
      </dsp:txBody>
      <dsp:txXfrm>
        <a:off x="580540" y="194574"/>
        <a:ext cx="7251400" cy="1012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B5C8BD-CEFF-4A50-8227-51D74BDCFF45}">
      <dsp:nvSpPr>
        <dsp:cNvPr id="0" name=""/>
        <dsp:cNvSpPr/>
      </dsp:nvSpPr>
      <dsp:spPr>
        <a:xfrm>
          <a:off x="1212569" y="937595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6B97C-11A5-4604-9632-82ED9E69488F}">
      <dsp:nvSpPr>
        <dsp:cNvPr id="0" name=""/>
        <dsp:cNvSpPr/>
      </dsp:nvSpPr>
      <dsp:spPr>
        <a:xfrm>
          <a:off x="417971" y="2594364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Minimize travel distance </a:t>
          </a:r>
        </a:p>
      </dsp:txBody>
      <dsp:txXfrm>
        <a:off x="417971" y="2594364"/>
        <a:ext cx="2889450" cy="720000"/>
      </dsp:txXfrm>
    </dsp:sp>
    <dsp:sp modelId="{D2165411-5B6D-4930-BB5D-45581ACCA4CD}">
      <dsp:nvSpPr>
        <dsp:cNvPr id="0" name=""/>
        <dsp:cNvSpPr/>
      </dsp:nvSpPr>
      <dsp:spPr>
        <a:xfrm>
          <a:off x="4607673" y="937595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24B8E-42D2-4756-8010-22F2A46B6ADF}">
      <dsp:nvSpPr>
        <dsp:cNvPr id="0" name=""/>
        <dsp:cNvSpPr/>
      </dsp:nvSpPr>
      <dsp:spPr>
        <a:xfrm>
          <a:off x="3813075" y="2594364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Account for demand differences</a:t>
          </a:r>
        </a:p>
      </dsp:txBody>
      <dsp:txXfrm>
        <a:off x="3813075" y="2594364"/>
        <a:ext cx="2889450" cy="720000"/>
      </dsp:txXfrm>
    </dsp:sp>
    <dsp:sp modelId="{3D28F994-C8A3-4922-9ADE-24A57E719AA5}">
      <dsp:nvSpPr>
        <dsp:cNvPr id="0" name=""/>
        <dsp:cNvSpPr/>
      </dsp:nvSpPr>
      <dsp:spPr>
        <a:xfrm>
          <a:off x="8002777" y="937595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00CB4B-0E0F-4E80-9136-176728AF0077}">
      <dsp:nvSpPr>
        <dsp:cNvPr id="0" name=""/>
        <dsp:cNvSpPr/>
      </dsp:nvSpPr>
      <dsp:spPr>
        <a:xfrm>
          <a:off x="7208178" y="2594364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Evaluate impact of changing demand patterns  </a:t>
          </a:r>
        </a:p>
      </dsp:txBody>
      <dsp:txXfrm>
        <a:off x="7208178" y="2594364"/>
        <a:ext cx="28894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BF5805-4F36-8C49-9BF2-E324F8FD0919}">
      <dsp:nvSpPr>
        <dsp:cNvPr id="0" name=""/>
        <dsp:cNvSpPr/>
      </dsp:nvSpPr>
      <dsp:spPr>
        <a:xfrm>
          <a:off x="0" y="507420"/>
          <a:ext cx="1051560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C7EAD0-EBB6-F845-9FC2-1299CFAD0F72}">
      <dsp:nvSpPr>
        <dsp:cNvPr id="0" name=""/>
        <dsp:cNvSpPr/>
      </dsp:nvSpPr>
      <dsp:spPr>
        <a:xfrm>
          <a:off x="525780" y="35100"/>
          <a:ext cx="7360920" cy="944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Demand-weighted optimization</a:t>
          </a:r>
        </a:p>
      </dsp:txBody>
      <dsp:txXfrm>
        <a:off x="571894" y="81214"/>
        <a:ext cx="7268692" cy="852412"/>
      </dsp:txXfrm>
    </dsp:sp>
    <dsp:sp modelId="{F28209CB-CFDC-1242-BCB0-943CA0212742}">
      <dsp:nvSpPr>
        <dsp:cNvPr id="0" name=""/>
        <dsp:cNvSpPr/>
      </dsp:nvSpPr>
      <dsp:spPr>
        <a:xfrm>
          <a:off x="0" y="1958940"/>
          <a:ext cx="1051560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CC757A-4553-7C43-BD57-8055ECAD9B7B}">
      <dsp:nvSpPr>
        <dsp:cNvPr id="0" name=""/>
        <dsp:cNvSpPr/>
      </dsp:nvSpPr>
      <dsp:spPr>
        <a:xfrm>
          <a:off x="525780" y="1486620"/>
          <a:ext cx="7360920" cy="944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Scenario-based analysis </a:t>
          </a:r>
        </a:p>
      </dsp:txBody>
      <dsp:txXfrm>
        <a:off x="571894" y="1532734"/>
        <a:ext cx="7268692" cy="852412"/>
      </dsp:txXfrm>
    </dsp:sp>
    <dsp:sp modelId="{B96A5AC5-0D91-584A-9801-5F03E2DD2CBF}">
      <dsp:nvSpPr>
        <dsp:cNvPr id="0" name=""/>
        <dsp:cNvSpPr/>
      </dsp:nvSpPr>
      <dsp:spPr>
        <a:xfrm>
          <a:off x="0" y="3410459"/>
          <a:ext cx="10515600" cy="806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D1A545-E20E-1B44-B08F-8E7E6B51AEAC}">
      <dsp:nvSpPr>
        <dsp:cNvPr id="0" name=""/>
        <dsp:cNvSpPr/>
      </dsp:nvSpPr>
      <dsp:spPr>
        <a:xfrm>
          <a:off x="525780" y="2938140"/>
          <a:ext cx="7360920" cy="9446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Stability and sensitivity analysis </a:t>
          </a:r>
        </a:p>
      </dsp:txBody>
      <dsp:txXfrm>
        <a:off x="571894" y="2984254"/>
        <a:ext cx="7268692" cy="8524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4158C-24DD-9946-9429-779D3A4678D0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183B43-E63E-5E48-B594-6D829A218E62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5 regions (DC, Silver Spring, Bowie, Annapolis, Waldorf)</a:t>
          </a:r>
        </a:p>
      </dsp:txBody>
      <dsp:txXfrm>
        <a:off x="0" y="2703"/>
        <a:ext cx="6900512" cy="1843578"/>
      </dsp:txXfrm>
    </dsp:sp>
    <dsp:sp modelId="{9A1F3A77-4178-074F-A178-509E9E61ADF4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216A7-3640-9445-BF74-2EC59B420990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~215 members (synthetic)</a:t>
          </a:r>
        </a:p>
      </dsp:txBody>
      <dsp:txXfrm>
        <a:off x="0" y="1846281"/>
        <a:ext cx="6900512" cy="1843578"/>
      </dsp:txXfrm>
    </dsp:sp>
    <dsp:sp modelId="{3483395C-3272-A242-BF7C-9BBF2B50C809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0A4A2E-EF99-CC43-8A41-4AD34432CDBD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Fixed candidate ATM locations  </a:t>
          </a:r>
        </a:p>
      </dsp:txBody>
      <dsp:txXfrm>
        <a:off x="0" y="3689859"/>
        <a:ext cx="6900512" cy="18435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F899D-BFDD-47E3-9168-66982ABCB800}">
      <dsp:nvSpPr>
        <dsp:cNvPr id="0" name=""/>
        <dsp:cNvSpPr/>
      </dsp:nvSpPr>
      <dsp:spPr>
        <a:xfrm>
          <a:off x="0" y="2254"/>
          <a:ext cx="6224335" cy="11425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9F5E97-F53C-4362-869D-4C813528497C}">
      <dsp:nvSpPr>
        <dsp:cNvPr id="0" name=""/>
        <dsp:cNvSpPr/>
      </dsp:nvSpPr>
      <dsp:spPr>
        <a:xfrm>
          <a:off x="345615" y="259324"/>
          <a:ext cx="628392" cy="628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D42A1-8D15-4101-A2DC-3910D457F7F1}">
      <dsp:nvSpPr>
        <dsp:cNvPr id="0" name=""/>
        <dsp:cNvSpPr/>
      </dsp:nvSpPr>
      <dsp:spPr>
        <a:xfrm>
          <a:off x="1319624" y="2254"/>
          <a:ext cx="4904710" cy="1142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18" tIns="120918" rIns="120918" bIns="12091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Baseline</a:t>
          </a:r>
        </a:p>
      </dsp:txBody>
      <dsp:txXfrm>
        <a:off x="1319624" y="2254"/>
        <a:ext cx="4904710" cy="1142532"/>
      </dsp:txXfrm>
    </dsp:sp>
    <dsp:sp modelId="{D5E0C98F-DC1E-46F5-AAFC-D5D2CC431807}">
      <dsp:nvSpPr>
        <dsp:cNvPr id="0" name=""/>
        <dsp:cNvSpPr/>
      </dsp:nvSpPr>
      <dsp:spPr>
        <a:xfrm>
          <a:off x="0" y="1430419"/>
          <a:ext cx="6224335" cy="11425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B74ADE-61D1-469C-B565-318961A3FD99}">
      <dsp:nvSpPr>
        <dsp:cNvPr id="0" name=""/>
        <dsp:cNvSpPr/>
      </dsp:nvSpPr>
      <dsp:spPr>
        <a:xfrm>
          <a:off x="345615" y="1687489"/>
          <a:ext cx="628392" cy="628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928F6-B509-4154-84C6-3D6D53AC6BFB}">
      <dsp:nvSpPr>
        <dsp:cNvPr id="0" name=""/>
        <dsp:cNvSpPr/>
      </dsp:nvSpPr>
      <dsp:spPr>
        <a:xfrm>
          <a:off x="1319624" y="1430419"/>
          <a:ext cx="4904710" cy="1142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18" tIns="120918" rIns="120918" bIns="12091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Urban Demand Increase</a:t>
          </a:r>
        </a:p>
      </dsp:txBody>
      <dsp:txXfrm>
        <a:off x="1319624" y="1430419"/>
        <a:ext cx="4904710" cy="1142532"/>
      </dsp:txXfrm>
    </dsp:sp>
    <dsp:sp modelId="{59F74AA0-D897-4736-9BE4-20A9CCA59ACD}">
      <dsp:nvSpPr>
        <dsp:cNvPr id="0" name=""/>
        <dsp:cNvSpPr/>
      </dsp:nvSpPr>
      <dsp:spPr>
        <a:xfrm>
          <a:off x="0" y="2858584"/>
          <a:ext cx="6224335" cy="11425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1995AC-B04A-434F-ABD4-D6F43AEC8FFA}">
      <dsp:nvSpPr>
        <dsp:cNvPr id="0" name=""/>
        <dsp:cNvSpPr/>
      </dsp:nvSpPr>
      <dsp:spPr>
        <a:xfrm>
          <a:off x="345615" y="3115654"/>
          <a:ext cx="628392" cy="628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A1FD1B-BEAC-45EE-B125-5069B1D11620}">
      <dsp:nvSpPr>
        <dsp:cNvPr id="0" name=""/>
        <dsp:cNvSpPr/>
      </dsp:nvSpPr>
      <dsp:spPr>
        <a:xfrm>
          <a:off x="1319624" y="2858584"/>
          <a:ext cx="4904710" cy="1142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18" tIns="120918" rIns="120918" bIns="12091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Suburban Demand Increase </a:t>
          </a:r>
        </a:p>
      </dsp:txBody>
      <dsp:txXfrm>
        <a:off x="1319624" y="2858584"/>
        <a:ext cx="4904710" cy="1142532"/>
      </dsp:txXfrm>
    </dsp:sp>
    <dsp:sp modelId="{33BC87BF-096C-4A66-A0E6-57E126F27640}">
      <dsp:nvSpPr>
        <dsp:cNvPr id="0" name=""/>
        <dsp:cNvSpPr/>
      </dsp:nvSpPr>
      <dsp:spPr>
        <a:xfrm>
          <a:off x="0" y="4286749"/>
          <a:ext cx="6224335" cy="114253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865E95-F161-4500-8E6F-D57EFB4C1612}">
      <dsp:nvSpPr>
        <dsp:cNvPr id="0" name=""/>
        <dsp:cNvSpPr/>
      </dsp:nvSpPr>
      <dsp:spPr>
        <a:xfrm>
          <a:off x="345615" y="4543819"/>
          <a:ext cx="628392" cy="628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4095C7-8CA4-40CC-A1C1-878300C4B9DB}">
      <dsp:nvSpPr>
        <dsp:cNvPr id="0" name=""/>
        <dsp:cNvSpPr/>
      </dsp:nvSpPr>
      <dsp:spPr>
        <a:xfrm>
          <a:off x="1319624" y="4286749"/>
          <a:ext cx="4904710" cy="1142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18" tIns="120918" rIns="120918" bIns="12091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Demand Variability</a:t>
          </a:r>
        </a:p>
      </dsp:txBody>
      <dsp:txXfrm>
        <a:off x="1319624" y="4286749"/>
        <a:ext cx="4904710" cy="114253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18A4DE-9E2D-4049-A800-C98369FA34B9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EDEAA-0612-1241-AE19-AC20C72E1DC1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Placement is stable</a:t>
          </a:r>
        </a:p>
      </dsp:txBody>
      <dsp:txXfrm>
        <a:off x="0" y="2703"/>
        <a:ext cx="6900512" cy="1843578"/>
      </dsp:txXfrm>
    </dsp:sp>
    <dsp:sp modelId="{D9F2624F-B816-F74C-B8DF-8E47DEC668BC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ABBF5-B63E-8642-8EE3-54DF6564290A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Travel distance is not stable </a:t>
          </a:r>
        </a:p>
      </dsp:txBody>
      <dsp:txXfrm>
        <a:off x="0" y="1846281"/>
        <a:ext cx="6900512" cy="1843578"/>
      </dsp:txXfrm>
    </dsp:sp>
    <dsp:sp modelId="{5EC44B67-FD85-1E46-89A0-A748BB332E6E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B33C1-B619-5046-ACDA-D5FE899BF710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Demand distribution matters </a:t>
          </a:r>
        </a:p>
      </dsp:txBody>
      <dsp:txXfrm>
        <a:off x="0" y="3689859"/>
        <a:ext cx="6900512" cy="1843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DC328-CA99-954E-D547-D692C5D37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D7760E-EFCC-EB52-1964-61A80411B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76635-0140-BC4F-EAB1-868962655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0314B-0D0A-0D38-BA9C-2CF8B49AB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B9A88-3CC4-EA23-97FE-A63F90CA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4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3BEDA-5CDB-ECC9-9794-E73B142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838F5-C070-7B64-4374-C34E8BA46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4EA52-1316-7573-8268-2845598F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09908-1831-1A41-EC87-6FB7579B5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EDC7B-3B74-9FAC-0ABF-EA6CBB55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77F6A-6C72-0CD0-C74F-9B646D6B9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5CB66-C138-7C57-0173-B81996C8A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8623A-AC5B-8672-43CB-FB5D8E585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0BABC-EEED-55FC-9DDC-D50FBAB9A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CE52F-B42B-70E0-4E20-A0C6E9A6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81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0472-4B35-ABD6-7A40-11E1C389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A6379-2A10-F2A1-E0D3-CA177D0AF7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3D8B-2B9A-7E25-C226-07FEFD346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A9F50-C6E1-8097-EEFA-C3C27924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B7091-BFBF-FF2F-67DB-99DAF19FA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B46DC-0E26-912E-4416-150CD45BF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55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F91D4-0675-7EFA-DEDD-D068B6FE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BE6D4-70CA-7EC3-DE3B-7BC0E60AC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1B965-6004-5420-887C-B2129515F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97A2A-B843-4AA7-A42D-157DC4244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B0768-B70F-FBEF-635C-5A730D81B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F90000-8BBC-7F12-0B07-C03EA10C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2DDAA5-AB0E-4834-A280-99C72250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F45A85-36AE-F4F3-D0DA-6EA92AE6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01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098CC-ABEE-6F2C-C50A-5A0B48C9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91F9EA-BDBC-720D-E23A-6B53A77AF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F239E-7FC9-08CF-CBC7-0FD299793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2DD11-0B85-F04F-1C1B-A08C59C3E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8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FC361F-CA2D-AA01-5181-B9080BA89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711944-5529-8610-040C-6A1098224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FC785-6DA3-9CF7-16A9-CFDCEAD0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45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34E3-698F-C10A-7CE4-ACDB7B344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2DB10-D7FE-0651-5021-527EF6310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858A4B-4DDE-DB90-7F0A-E4E875802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A9FD6-A888-4614-607C-A066501B3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33A8A-9EA9-8130-6F28-38E0B1E4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5136C-DF8D-DBBC-06AF-02C6D6EF5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531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4251-AC9E-B52B-C643-4295DC9E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D2F283-BC97-7749-FF05-ABE9A81BD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A917C-B3D1-7278-331A-65315B63A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88D29-EE2E-3FC5-D356-19D8F452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3422E-1245-A3DC-3DF4-3D9E3C7D4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9B81C-D45F-6DB4-9335-42EBC1FE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4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0A142-2DBF-6C75-7652-5C52309AE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2F24AD-65B2-F386-53A1-B5B2642A5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97F49-25AD-01FE-D2C8-72954632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A78A1-10EF-662F-1660-929299F02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BA5F5-9A71-FC99-259E-6503743BD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75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596D1-8339-DF00-5DEA-695E58C2B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DC9C1-69B3-3BFD-B82C-06A3BD723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0447E-0472-4154-D1FA-EEFE9F23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EE505-ABAD-A26A-6A7B-58C4C0A1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F7513-3970-84C7-8DF0-658F56265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69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9E823-DB5A-61C3-64BC-16D0B18E4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18591-8292-AA79-058D-16144C3EF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386F5-52D9-6217-A164-B9CA2C0BF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7F90A-76A4-F847-A623-2EA837E9A196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1EBCD-42F7-1F53-4709-36D092B8AB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02A5E-DD36-6410-B720-863D54999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363AEC-A66A-B349-8B17-7EF456460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8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4E37A-766C-859C-29C9-0B9451E76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Demand-Weighted ATM Network Optimization Under Scenario-Based Demand Variability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9311F0-921B-732B-6E70-A01DCF2B4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Ciara Cameron</a:t>
            </a:r>
          </a:p>
          <a:p>
            <a:pPr algn="l"/>
            <a:r>
              <a:rPr lang="en-US" dirty="0"/>
              <a:t>MSML 604-PCS3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561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EE105-0232-3991-0804-F0E36EC8F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Problem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5D85B35B-3EB6-5E13-09F9-0D0B5BFE9C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068336"/>
              </p:ext>
            </p:extLst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572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0E3FB1-012E-358C-1956-29381D30F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Objective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23A12A8-B1F5-87D6-3145-4BFECCE2BB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2028680"/>
              </p:ext>
            </p:extLst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691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D23BB-6BD3-6761-E9AA-03E5A6676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What Makes This Different?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DA46C53-2BB9-D870-AC58-9005951FAD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6529136"/>
              </p:ext>
            </p:extLst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8878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65EF9-768F-E863-7C36-D1F80E00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Data &amp; Setup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AC8AB33-29C6-C1E6-9DE7-65547E8904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858821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1949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EB17C2-DF59-FCBE-5AD3-EF1BFD8A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Model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FA7DB-A117-2349-142E-930A835A5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/>
              <a:t>Assign members to nearest ATM location</a:t>
            </a:r>
          </a:p>
          <a:p>
            <a:r>
              <a:rPr lang="en-US" sz="2200" dirty="0"/>
              <a:t>Minimize total weighted travel distance </a:t>
            </a:r>
          </a:p>
          <a:p>
            <a:r>
              <a:rPr lang="en-US" sz="2200" dirty="0"/>
              <a:t>Select K ATM locations</a:t>
            </a:r>
          </a:p>
        </p:txBody>
      </p:sp>
    </p:spTree>
    <p:extLst>
      <p:ext uri="{BB962C8B-B14F-4D97-AF65-F5344CB8AC3E}">
        <p14:creationId xmlns:p14="http://schemas.microsoft.com/office/powerpoint/2010/main" val="202641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AE698-8758-CA9E-1D4F-B3D53E1E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D4B3DA7-2409-D4B0-180F-124181844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B309B-4971-ACF0-864D-1047F84E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Assignment vs Coverage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BD4A4C4-21DB-0859-339D-8A84F975F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E840BE-6A6D-B5CF-C5BD-3ECDEAF0C2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26418" y="552091"/>
                <a:ext cx="6224335" cy="5431536"/>
              </a:xfrm>
            </p:spPr>
            <p:txBody>
              <a:bodyPr anchor="ctr">
                <a:normAutofit/>
              </a:bodyPr>
              <a:lstStyle/>
              <a:p>
                <a:r>
                  <a:rPr lang="en-US" sz="2200" dirty="0"/>
                  <a:t>Assignment:</a:t>
                </a:r>
              </a:p>
              <a:p>
                <a:pPr lvl="1"/>
                <a:r>
                  <a:rPr lang="en-US" sz="1800" dirty="0"/>
                  <a:t>Each member is assigned to the nearest ATM location</a:t>
                </a:r>
              </a:p>
              <a:p>
                <a:endParaRPr lang="en-US" sz="2200" dirty="0"/>
              </a:p>
              <a:p>
                <a:r>
                  <a:rPr lang="en-US" sz="2200" dirty="0"/>
                  <a:t>Coverage:</a:t>
                </a:r>
              </a:p>
              <a:p>
                <a:pPr lvl="1"/>
                <a:r>
                  <a:rPr lang="en-US" sz="1800" dirty="0"/>
                  <a:t>Members must be within service radius (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=0.08</m:t>
                    </m:r>
                  </m:oMath>
                </a14:m>
                <a:r>
                  <a:rPr lang="en-US" sz="1800" dirty="0"/>
                  <a:t>)</a:t>
                </a:r>
                <a:endParaRPr lang="en-US" sz="2200" dirty="0"/>
              </a:p>
              <a:p>
                <a:pPr marL="0" indent="0">
                  <a:buNone/>
                </a:pPr>
                <a:br>
                  <a:rPr lang="en-US" sz="2400" dirty="0"/>
                </a:br>
                <a:r>
                  <a:rPr lang="en-US" sz="2200" dirty="0"/>
                  <a:t>Shows how minimizing distance is different than making sure members are actually within reach of an ATM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E840BE-6A6D-B5CF-C5BD-3ECDEAF0C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26418" y="552091"/>
                <a:ext cx="6224335" cy="5431536"/>
              </a:xfrm>
              <a:blipFill>
                <a:blip r:embed="rId2"/>
                <a:stretch>
                  <a:fillRect l="-1222" r="-1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0162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770EE-1852-F7FC-EBEF-53312054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Scenarios 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96D7E7E9-8B53-D032-3DC6-965917258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2068551"/>
              </p:ext>
            </p:extLst>
          </p:nvPr>
        </p:nvGraphicFramePr>
        <p:xfrm>
          <a:off x="5126418" y="552091"/>
          <a:ext cx="6224335" cy="5431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6735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2EA2A-C1CE-DED6-6A33-E7A7D9496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ATM Placements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DBC79-9CA6-3E07-010B-19D5826E6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ATM locations remain consistent across scenarios</a:t>
            </a:r>
          </a:p>
          <a:p>
            <a:r>
              <a:rPr lang="en-US" sz="2200" dirty="0"/>
              <a:t>Driven by geographic clustering of members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46451A5-E904-0B33-9411-538BE105C8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0" y="1362182"/>
            <a:ext cx="5181600" cy="413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51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C0D66-1AAF-43C0-CB6D-6C96251F6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600" dirty="0"/>
              <a:t>Impact of Reducing ATM Locations</a:t>
            </a:r>
            <a:endParaRPr lang="en-US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42E6A-91A3-7EE8-5AAE-6DA0E482F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Reducing from K=3 to K=2 increases travel distance</a:t>
            </a:r>
          </a:p>
          <a:p>
            <a:r>
              <a:rPr lang="en-US" sz="2200" dirty="0"/>
              <a:t>Largest impact happens under suburban demand</a:t>
            </a:r>
          </a:p>
          <a:p>
            <a:r>
              <a:rPr lang="en-US" sz="2200" dirty="0"/>
              <a:t>Results are sensitive to demand distribution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A89E81-5838-279A-268C-9D6FA6A8EA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59936" y="1086860"/>
            <a:ext cx="7872742" cy="468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41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5A553-BEC2-BDA2-B6B3-CC6D77FEF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Suburban Demand Shift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F6E89-09C0-C426-ADAC-3E2DDC865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Assignments shift toward suburban regions</a:t>
            </a:r>
          </a:p>
          <a:p>
            <a:r>
              <a:rPr lang="en-US" sz="2200" dirty="0"/>
              <a:t>More members are served by the Waldorf location</a:t>
            </a:r>
          </a:p>
          <a:p>
            <a:r>
              <a:rPr lang="en-US" sz="2200" dirty="0"/>
              <a:t>Urban clusters rely less on central ATMs</a:t>
            </a:r>
          </a:p>
          <a:p>
            <a:endParaRPr lang="en-US" sz="2200" dirty="0"/>
          </a:p>
        </p:txBody>
      </p:sp>
      <p:pic>
        <p:nvPicPr>
          <p:cNvPr id="26" name="Content Placeholder 25">
            <a:extLst>
              <a:ext uri="{FF2B5EF4-FFF2-40B4-BE49-F238E27FC236}">
                <a16:creationId xmlns:a16="http://schemas.microsoft.com/office/drawing/2014/main" id="{4641D507-B0C4-0412-1306-691C870B71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0" y="1218038"/>
            <a:ext cx="5181600" cy="413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84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43B707-DCFA-9D2C-74C5-39CD1BC1A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/>
              <a:t>Efficiency vs Fairness </a:t>
            </a:r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B3BE4-1C5C-970B-6DB1-03EE2085DC17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High-demand areas prioritized </a:t>
            </a:r>
          </a:p>
          <a:p>
            <a:r>
              <a:rPr lang="en-US" sz="2200" dirty="0"/>
              <a:t>Low-demand areas have longer travel distances</a:t>
            </a:r>
          </a:p>
          <a:p>
            <a:r>
              <a:rPr lang="en-US" sz="2200" dirty="0"/>
              <a:t>Tradeoff between efficiency and equal access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37414A-D035-1131-8CD3-D03790A5E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92" y="2514600"/>
            <a:ext cx="12171108" cy="404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228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F82753-7C9A-EE22-1605-D6E6208B3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Key Takeaway 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78CEB7A4-8FA3-82FA-8175-B17E0A9275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475628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1312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737</TotalTime>
  <Words>259</Words>
  <Application>Microsoft Macintosh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Demand-Weighted ATM Network Optimization Under Scenario-Based Demand Variability </vt:lpstr>
      <vt:lpstr>Problem</vt:lpstr>
      <vt:lpstr>Objective</vt:lpstr>
      <vt:lpstr>What Makes This Different? </vt:lpstr>
      <vt:lpstr>Data &amp; Setup</vt:lpstr>
      <vt:lpstr>Model</vt:lpstr>
      <vt:lpstr>Assignment vs Coverage</vt:lpstr>
      <vt:lpstr>Scenarios </vt:lpstr>
      <vt:lpstr>ATM Placements</vt:lpstr>
      <vt:lpstr>Impact of Reducing ATM Locations</vt:lpstr>
      <vt:lpstr>Suburban Demand Shift</vt:lpstr>
      <vt:lpstr>Efficiency vs Fairness </vt:lpstr>
      <vt:lpstr>Key Takeaway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Marketing</dc:creator>
  <cp:lastModifiedBy>Marketing</cp:lastModifiedBy>
  <cp:revision>8</cp:revision>
  <dcterms:created xsi:type="dcterms:W3CDTF">2026-05-02T05:59:52Z</dcterms:created>
  <dcterms:modified xsi:type="dcterms:W3CDTF">2026-05-05T00:21:07Z</dcterms:modified>
</cp:coreProperties>
</file>